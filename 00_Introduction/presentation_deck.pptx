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33" r:id="rId5"/>
  </p:sldMasterIdLst>
  <p:notesMasterIdLst>
    <p:notesMasterId r:id="rId9"/>
  </p:notesMasterIdLst>
  <p:sldIdLst>
    <p:sldId id="2147483617" r:id="rId6"/>
    <p:sldId id="2147483639" r:id="rId7"/>
    <p:sldId id="2147483622" r:id="rId8"/>
    <p:sldId id="2147483640" r:id="rId15"/>
    <p:sldId id="2147483641" r:id="rId16"/>
    <p:sldId id="2147483642" r:id="rId17"/>
    <p:sldId id="2147483643" r:id="rId18"/>
    <p:sldId id="2147483644" r:id="rId19"/>
    <p:sldId id="2147483645" r:id="rId20"/>
    <p:sldId id="2147483646" r:id="rId21"/>
    <p:sldId id="2147483647" r:id="rId22"/>
    <p:sldId id="256" r:id="rId23"/>
    <p:sldId id="257" r:id="rId24"/>
    <p:sldId id="258" r:id="rId25"/>
    <p:sldId id="259" r:id="rId26"/>
    <p:sldId id="260" r:id="rId27"/>
    <p:sldId id="261" r:id="rId28"/>
    <p:sldId id="262" r:id="rId29"/>
    <p:sldId id="263" r:id="rId30"/>
    <p:sldId id="264" r:id="rId31"/>
    <p:sldId id="265" r:id="rId32"/>
    <p:sldId id="266" r:id="rId33"/>
    <p:sldId id="267" r:id="rId34"/>
    <p:sldId id="268" r:id="rId35"/>
    <p:sldId id="269" r:id="rId36"/>
    <p:sldId id="270" r:id="rId37"/>
    <p:sldId id="271" r:id="rId38"/>
    <p:sldId id="272" r:id="rId39"/>
    <p:sldId id="273" r:id="rId40"/>
    <p:sldId id="274" r:id="rId41"/>
    <p:sldId id="275" r:id="rId42"/>
    <p:sldId id="276" r:id="rId43"/>
    <p:sldId id="277" r:id="rId44"/>
    <p:sldId id="278" r:id="rId45"/>
    <p:sldId id="279" r:id="rId46"/>
    <p:sldId id="280" r:id="rId47"/>
    <p:sldId id="281" r:id="rId48"/>
    <p:sldId id="282" r:id="rId49"/>
    <p:sldId id="283" r:id="rId50"/>
    <p:sldId id="284" r:id="rId51"/>
    <p:sldId id="285" r:id="rId52"/>
    <p:sldId id="286" r:id="rId53"/>
    <p:sldId id="287" r:id="rId54"/>
    <p:sldId id="288" r:id="rId55"/>
    <p:sldId id="289" r:id="rId56"/>
    <p:sldId id="290" r:id="rId57"/>
    <p:sldId id="291" r:id="rId58"/>
    <p:sldId id="292" r:id="rId59"/>
    <p:sldId id="293" r:id="rId60"/>
    <p:sldId id="294" r:id="rId61"/>
    <p:sldId id="295" r:id="rId62"/>
    <p:sldId id="296" r:id="rId63"/>
    <p:sldId id="297" r:id="rId64"/>
    <p:sldId id="298" r:id="rId65"/>
    <p:sldId id="299" r:id="rId66"/>
    <p:sldId id="300" r:id="rId67"/>
    <p:sldId id="301" r:id="rId68"/>
    <p:sldId id="302" r:id="rId69"/>
    <p:sldId id="303" r:id="rId70"/>
    <p:sldId id="304" r:id="rId71"/>
    <p:sldId id="305" r:id="rId72"/>
    <p:sldId id="306" r:id="rId73"/>
    <p:sldId id="307" r:id="rId74"/>
    <p:sldId id="308" r:id="rId75"/>
    <p:sldId id="309" r:id="rId76"/>
    <p:sldId id="310" r:id="rId77"/>
    <p:sldId id="311" r:id="rId78"/>
    <p:sldId id="312" r:id="rId79"/>
    <p:sldId id="313" r:id="rId80"/>
    <p:sldId id="314" r:id="rId81"/>
    <p:sldId id="315" r:id="rId82"/>
    <p:sldId id="316" r:id="rId83"/>
    <p:sldId id="317" r:id="rId84"/>
    <p:sldId id="318" r:id="rId85"/>
    <p:sldId id="319" r:id="rId86"/>
    <p:sldId id="320" r:id="rId87"/>
    <p:sldId id="321" r:id="rId88"/>
    <p:sldId id="322" r:id="rId89"/>
    <p:sldId id="323" r:id="rId90"/>
    <p:sldId id="324" r:id="rId91"/>
    <p:sldId id="325" r:id="rId92"/>
    <p:sldId id="326" r:id="rId93"/>
    <p:sldId id="327" r:id="rId94"/>
    <p:sldId id="328" r:id="rId95"/>
    <p:sldId id="329" r:id="rId96"/>
    <p:sldId id="330" r:id="rId97"/>
    <p:sldId id="331" r:id="rId98"/>
    <p:sldId id="332" r:id="rId99"/>
    <p:sldId id="333" r:id="rId100"/>
    <p:sldId id="334" r:id="rId101"/>
    <p:sldId id="335" r:id="rId10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240E427-E078-0E53-0EE3-8C6EBADB7930}" name="David Bradfield" initials="DB" userId="S::DBR@economical.com::eb16601e-782f-489c-b947-eac7c8d2ced4" providerId="AD"/>
  <p188:author id="{64D4FD42-38CB-0DF0-A4D9-B897C5AF8EF8}" name="Mitch Kurylowicz(v)" initials="MK" userId="S::H1I@economical.com::d4383d18-8a36-4d2f-b7db-96579bf501ed" providerId="AD"/>
  <p188:author id="{FAA2B657-E3B1-21DC-8EDF-22E54C2D1FE5}" name="Glynda Gill" initials="GG" userId="S::NLA@economical.com::7141a9db-0786-4a75-82fe-5f99fbbe6e57" providerId="AD"/>
  <p188:author id="{CE5E59A7-4A64-00D0-4363-F3517D8EC46C}" name="David Arthurs" initials="DA" userId="S::k7g@economical.com::75eb4798-1d79-4258-92ba-8ea3f6b132e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DB3"/>
    <a:srgbClr val="004B83"/>
    <a:srgbClr val="008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341" autoAdjust="0"/>
  </p:normalViewPr>
  <p:slideViewPr>
    <p:cSldViewPr snapToGrid="0">
      <p:cViewPr varScale="1">
        <p:scale>
          <a:sx n="71" d="100"/>
          <a:sy n="71" d="100"/>
        </p:scale>
        <p:origin x="54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8/10/relationships/authors" Target="authors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Relationship Id="rId65" Type="http://schemas.openxmlformats.org/officeDocument/2006/relationships/slide" Target="slides/slide54.xml"/><Relationship Id="rId66" Type="http://schemas.openxmlformats.org/officeDocument/2006/relationships/slide" Target="slides/slide55.xml"/><Relationship Id="rId67" Type="http://schemas.openxmlformats.org/officeDocument/2006/relationships/slide" Target="slides/slide56.xml"/><Relationship Id="rId68" Type="http://schemas.openxmlformats.org/officeDocument/2006/relationships/slide" Target="slides/slide57.xml"/><Relationship Id="rId69" Type="http://schemas.openxmlformats.org/officeDocument/2006/relationships/slide" Target="slides/slide58.xml"/><Relationship Id="rId70" Type="http://schemas.openxmlformats.org/officeDocument/2006/relationships/slide" Target="slides/slide59.xml"/><Relationship Id="rId71" Type="http://schemas.openxmlformats.org/officeDocument/2006/relationships/slide" Target="slides/slide60.xml"/><Relationship Id="rId72" Type="http://schemas.openxmlformats.org/officeDocument/2006/relationships/slide" Target="slides/slide61.xml"/><Relationship Id="rId73" Type="http://schemas.openxmlformats.org/officeDocument/2006/relationships/slide" Target="slides/slide62.xml"/><Relationship Id="rId74" Type="http://schemas.openxmlformats.org/officeDocument/2006/relationships/slide" Target="slides/slide63.xml"/><Relationship Id="rId75" Type="http://schemas.openxmlformats.org/officeDocument/2006/relationships/slide" Target="slides/slide64.xml"/><Relationship Id="rId76" Type="http://schemas.openxmlformats.org/officeDocument/2006/relationships/slide" Target="slides/slide65.xml"/><Relationship Id="rId77" Type="http://schemas.openxmlformats.org/officeDocument/2006/relationships/slide" Target="slides/slide66.xml"/><Relationship Id="rId78" Type="http://schemas.openxmlformats.org/officeDocument/2006/relationships/slide" Target="slides/slide67.xml"/><Relationship Id="rId79" Type="http://schemas.openxmlformats.org/officeDocument/2006/relationships/slide" Target="slides/slide68.xml"/><Relationship Id="rId80" Type="http://schemas.openxmlformats.org/officeDocument/2006/relationships/slide" Target="slides/slide69.xml"/><Relationship Id="rId81" Type="http://schemas.openxmlformats.org/officeDocument/2006/relationships/slide" Target="slides/slide70.xml"/><Relationship Id="rId82" Type="http://schemas.openxmlformats.org/officeDocument/2006/relationships/slide" Target="slides/slide71.xml"/><Relationship Id="rId83" Type="http://schemas.openxmlformats.org/officeDocument/2006/relationships/slide" Target="slides/slide72.xml"/><Relationship Id="rId84" Type="http://schemas.openxmlformats.org/officeDocument/2006/relationships/slide" Target="slides/slide73.xml"/><Relationship Id="rId85" Type="http://schemas.openxmlformats.org/officeDocument/2006/relationships/slide" Target="slides/slide74.xml"/><Relationship Id="rId86" Type="http://schemas.openxmlformats.org/officeDocument/2006/relationships/slide" Target="slides/slide75.xml"/><Relationship Id="rId87" Type="http://schemas.openxmlformats.org/officeDocument/2006/relationships/slide" Target="slides/slide76.xml"/><Relationship Id="rId88" Type="http://schemas.openxmlformats.org/officeDocument/2006/relationships/slide" Target="slides/slide77.xml"/><Relationship Id="rId89" Type="http://schemas.openxmlformats.org/officeDocument/2006/relationships/slide" Target="slides/slide78.xml"/><Relationship Id="rId90" Type="http://schemas.openxmlformats.org/officeDocument/2006/relationships/slide" Target="slides/slide79.xml"/><Relationship Id="rId91" Type="http://schemas.openxmlformats.org/officeDocument/2006/relationships/slide" Target="slides/slide80.xml"/><Relationship Id="rId92" Type="http://schemas.openxmlformats.org/officeDocument/2006/relationships/slide" Target="slides/slide81.xml"/><Relationship Id="rId93" Type="http://schemas.openxmlformats.org/officeDocument/2006/relationships/slide" Target="slides/slide82.xml"/><Relationship Id="rId94" Type="http://schemas.openxmlformats.org/officeDocument/2006/relationships/slide" Target="slides/slide83.xml"/><Relationship Id="rId95" Type="http://schemas.openxmlformats.org/officeDocument/2006/relationships/slide" Target="slides/slide84.xml"/><Relationship Id="rId96" Type="http://schemas.openxmlformats.org/officeDocument/2006/relationships/slide" Target="slides/slide85.xml"/><Relationship Id="rId97" Type="http://schemas.openxmlformats.org/officeDocument/2006/relationships/slide" Target="slides/slide86.xml"/><Relationship Id="rId98" Type="http://schemas.openxmlformats.org/officeDocument/2006/relationships/slide" Target="slides/slide87.xml"/><Relationship Id="rId99" Type="http://schemas.openxmlformats.org/officeDocument/2006/relationships/slide" Target="slides/slide88.xml"/><Relationship Id="rId100" Type="http://schemas.openxmlformats.org/officeDocument/2006/relationships/slide" Target="slides/slide89.xml"/><Relationship Id="rId101" Type="http://schemas.openxmlformats.org/officeDocument/2006/relationships/slide" Target="slides/slide90.xml"/><Relationship Id="rId102" Type="http://schemas.openxmlformats.org/officeDocument/2006/relationships/slide" Target="slides/slide9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9EC940-9D3F-49EF-BADE-1C32EE05F27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8281F-E106-4713-A874-FFD518531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615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D758C-36CC-0049-08B8-9421A8268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3CF436-E2F6-0696-2DED-F8C29046C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C5C1FB-A1E6-3E7E-FB01-221626AAA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b="1"/>
              <a:t>Intro</a:t>
            </a:r>
          </a:p>
          <a:p>
            <a:pPr marL="171450" indent="-171450">
              <a:buFontTx/>
              <a:buChar char="-"/>
            </a:pPr>
            <a:r>
              <a:rPr lang="en-US" b="0"/>
              <a:t>The last time we provided an update to this group was at the end of November, and we have made significant progress since then</a:t>
            </a:r>
          </a:p>
          <a:p>
            <a:pPr marL="171450" indent="-171450">
              <a:buFontTx/>
              <a:buChar char="-"/>
            </a:pPr>
            <a:r>
              <a:rPr lang="en-US" b="0"/>
              <a:t>Our plans are locked, the asset inventory is defined, and we are well into execution mode on the path to April 5</a:t>
            </a:r>
          </a:p>
          <a:p>
            <a:pPr marL="0" indent="0">
              <a:buFontTx/>
              <a:buNone/>
            </a:pPr>
            <a:endParaRPr lang="en-US" b="1"/>
          </a:p>
          <a:p>
            <a:pPr marL="0" indent="0">
              <a:buFontTx/>
              <a:buNone/>
            </a:pPr>
            <a:r>
              <a:rPr lang="en-US" b="1"/>
              <a:t>Scope / Progress</a:t>
            </a:r>
          </a:p>
          <a:p>
            <a:pPr marL="171450" indent="-171450">
              <a:buFontTx/>
              <a:buChar char="-"/>
            </a:pPr>
            <a:r>
              <a:rPr lang="en-US"/>
              <a:t>Work is tracking well toward the brand and legal entity change date on April 5</a:t>
            </a:r>
          </a:p>
          <a:p>
            <a:pPr marL="171450" indent="-171450">
              <a:buFontTx/>
              <a:buChar char="-"/>
            </a:pPr>
            <a:r>
              <a:rPr lang="en-US"/>
              <a:t>80%+ of our legally required pre-April 5 disclaimer activities have been finalized, and the remainder are on track</a:t>
            </a:r>
          </a:p>
          <a:p>
            <a:pPr marL="171450" indent="-171450">
              <a:buFontTx/>
              <a:buChar char="-"/>
            </a:pPr>
            <a:r>
              <a:rPr lang="en-US"/>
              <a:t>On April 5, we will execute the name change from TICC and DICC and remove reference to Travelers across all customer-facing documents/assets</a:t>
            </a:r>
          </a:p>
          <a:p>
            <a:pPr marL="171450" indent="-171450">
              <a:buFontTx/>
              <a:buChar char="-"/>
            </a:pPr>
            <a:r>
              <a:rPr lang="en-US"/>
              <a:t>All changes are supported by a detailed change management and communication plan</a:t>
            </a:r>
          </a:p>
          <a:p>
            <a:pPr marL="171450" indent="-171450">
              <a:buFontTx/>
              <a:buChar char="-"/>
            </a:pPr>
            <a:endParaRPr lang="en-US"/>
          </a:p>
          <a:p>
            <a:pPr marL="0" indent="0">
              <a:buFontTx/>
              <a:buNone/>
            </a:pPr>
            <a:r>
              <a:rPr lang="en-US" b="1"/>
              <a:t>Post Close</a:t>
            </a:r>
          </a:p>
          <a:p>
            <a:pPr marL="171450" indent="-171450">
              <a:buFontTx/>
              <a:buChar char="-"/>
            </a:pPr>
            <a:r>
              <a:rPr lang="en-US"/>
              <a:t>Our governance is defined, with Tatjana and Craig serving as Executive Leaders</a:t>
            </a:r>
          </a:p>
          <a:p>
            <a:pPr marL="171450" indent="-171450">
              <a:buFontTx/>
              <a:buChar char="-"/>
            </a:pPr>
            <a:r>
              <a:rPr lang="en-US"/>
              <a:t>Our integrated plan is defined with critical path and dependencies mapped across the Brand program</a:t>
            </a:r>
          </a:p>
          <a:p>
            <a:pPr marL="171450" indent="-171450">
              <a:buFontTx/>
              <a:buChar char="-"/>
            </a:pPr>
            <a:r>
              <a:rPr lang="en-US"/>
              <a:t>We have a clear understanding of customer and broker impact prior to April 5, on April 5, and beyond</a:t>
            </a:r>
          </a:p>
          <a:p>
            <a:pPr marL="171450" indent="-171450">
              <a:buFontTx/>
              <a:buChar char="-"/>
            </a:pPr>
            <a:endParaRPr lang="en-US"/>
          </a:p>
          <a:p>
            <a:pPr marL="0" indent="0">
              <a:buFontTx/>
              <a:buNone/>
            </a:pPr>
            <a:r>
              <a:rPr lang="en-US" b="1"/>
              <a:t>Next Steps</a:t>
            </a:r>
          </a:p>
          <a:p>
            <a:pPr marL="171450" indent="-171450">
              <a:buFontTx/>
              <a:buChar char="-"/>
            </a:pPr>
            <a:r>
              <a:rPr lang="en-US"/>
              <a:t>Execution of April 5 plan is our main priority</a:t>
            </a:r>
          </a:p>
          <a:p>
            <a:pPr marL="171450" indent="-171450">
              <a:buFontTx/>
              <a:buChar char="-"/>
            </a:pPr>
            <a:r>
              <a:rPr lang="en-US"/>
              <a:t>In parallel, we will continue executing our brand communication plan </a:t>
            </a:r>
          </a:p>
          <a:p>
            <a:pPr marL="171450" indent="-171450">
              <a:buFontTx/>
              <a:buChar char="-"/>
            </a:pPr>
            <a:r>
              <a:rPr lang="en-US"/>
              <a:t>Following April 5, we will be running the remaining activities – there are only 3 milestones – as BAU business unit activities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0D687-066F-E5A5-AF07-24B2D8A71D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2039E7-663E-41A4-8391-75771A601AD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85246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eg"/><Relationship Id="rId3" Type="http://schemas.openxmlformats.org/officeDocument/2006/relationships/image" Target="../media/image1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M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65" y="4132100"/>
            <a:ext cx="11170072" cy="11748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1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0965" y="1254798"/>
            <a:ext cx="11170072" cy="287721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F536E9C-3298-444F-9CD3-C7887F4881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8" y="515771"/>
            <a:ext cx="1645636" cy="45159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187A82-276C-5C42-A57D-AB76390758EE}"/>
              </a:ext>
            </a:extLst>
          </p:cNvPr>
          <p:cNvSpPr/>
          <p:nvPr userDrawn="1"/>
        </p:nvSpPr>
        <p:spPr>
          <a:xfrm>
            <a:off x="665178" y="1141467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8BC8AC-B5E6-6649-8047-ED45AE5B307A}"/>
              </a:ext>
            </a:extLst>
          </p:cNvPr>
          <p:cNvSpPr/>
          <p:nvPr userDrawn="1"/>
        </p:nvSpPr>
        <p:spPr>
          <a:xfrm>
            <a:off x="10300138" y="5588151"/>
            <a:ext cx="1891863" cy="1269851"/>
          </a:xfrm>
          <a:prstGeom prst="rect">
            <a:avLst/>
          </a:prstGeom>
          <a:solidFill>
            <a:schemeClr val="accent2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F2559-5D77-CA42-84F8-F4A65B9FB159}"/>
              </a:ext>
            </a:extLst>
          </p:cNvPr>
          <p:cNvSpPr/>
          <p:nvPr userDrawn="1"/>
        </p:nvSpPr>
        <p:spPr>
          <a:xfrm>
            <a:off x="11681039" y="5306928"/>
            <a:ext cx="510964" cy="592547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88985A-0E2B-D147-A6B2-64A42B53C78B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975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3BE44429-E125-FD48-B307-C8F635B52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965" y="4132104"/>
            <a:ext cx="11170072" cy="17031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1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F099FA-C3C5-5747-87DC-6B9F04B452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5" y="1254798"/>
            <a:ext cx="11170072" cy="287721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7" name="Picture 1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CC94E5-6F89-0A40-95FE-5CAF9D7C06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8" y="515771"/>
            <a:ext cx="1645636" cy="45159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8E38DC-713C-E54E-BAEA-DF304D022F53}"/>
              </a:ext>
            </a:extLst>
          </p:cNvPr>
          <p:cNvSpPr/>
          <p:nvPr userDrawn="1"/>
        </p:nvSpPr>
        <p:spPr>
          <a:xfrm>
            <a:off x="665178" y="1141467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99DD17-3F60-F44E-8CC2-A7B6112A776B}"/>
              </a:ext>
            </a:extLst>
          </p:cNvPr>
          <p:cNvSpPr/>
          <p:nvPr userDrawn="1"/>
        </p:nvSpPr>
        <p:spPr>
          <a:xfrm>
            <a:off x="10300138" y="5588151"/>
            <a:ext cx="1891863" cy="1269851"/>
          </a:xfrm>
          <a:prstGeom prst="rect">
            <a:avLst/>
          </a:prstGeom>
          <a:solidFill>
            <a:schemeClr val="accent1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F5E3CF-0A09-244E-97B2-2CC04B5E05BA}"/>
              </a:ext>
            </a:extLst>
          </p:cNvPr>
          <p:cNvSpPr/>
          <p:nvPr userDrawn="1"/>
        </p:nvSpPr>
        <p:spPr>
          <a:xfrm>
            <a:off x="11681039" y="5306928"/>
            <a:ext cx="510964" cy="592547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A45E4A-781E-2547-B561-A2CCD6A6AB02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69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no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1D6D8D54-1243-9E40-AD27-8A6A9C29B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00" y="4538546"/>
            <a:ext cx="8839200" cy="6430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1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852B2AA-608D-444B-8C06-31AA4AAD24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4" y="1733553"/>
            <a:ext cx="9280736" cy="2588960"/>
          </a:xfrm>
          <a:prstGeom prst="rect">
            <a:avLst/>
          </a:prstGeom>
          <a:solidFill>
            <a:schemeClr val="accent1"/>
          </a:solidFill>
        </p:spPr>
        <p:txBody>
          <a:bodyPr lIns="457200" anchor="ctr">
            <a:noAutofit/>
          </a:bodyPr>
          <a:lstStyle>
            <a:lvl1pPr algn="l">
              <a:lnSpc>
                <a:spcPct val="80000"/>
              </a:lnSpc>
              <a:defRPr sz="5333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04BDEE-0A37-424A-AF5F-F7E7EEA414C4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95DA09-B784-4E24-A62A-1D0B7AA82C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449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9" y="1800450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5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9" y="836430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>
              <a:buNone/>
              <a:defRPr sz="2667" b="1"/>
            </a:lvl2pPr>
            <a:lvl3pPr marL="1219060" indent="0">
              <a:buNone/>
              <a:defRPr sz="2400" b="1"/>
            </a:lvl3pPr>
            <a:lvl4pPr marL="1828590" indent="0">
              <a:buNone/>
              <a:defRPr sz="2135" b="1"/>
            </a:lvl4pPr>
            <a:lvl5pPr marL="2438122" indent="0">
              <a:buNone/>
              <a:defRPr sz="2135" b="1"/>
            </a:lvl5pPr>
            <a:lvl6pPr marL="3047650" indent="0">
              <a:buNone/>
              <a:defRPr sz="2135" b="1"/>
            </a:lvl6pPr>
            <a:lvl7pPr marL="3657179" indent="0">
              <a:buNone/>
              <a:defRPr sz="2135" b="1"/>
            </a:lvl7pPr>
            <a:lvl8pPr marL="4266708" indent="0">
              <a:buNone/>
              <a:defRPr sz="2135" b="1"/>
            </a:lvl8pPr>
            <a:lvl9pPr marL="4876239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9E675885-A4C6-D54E-BE73-CE97C7B1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EBCAC59-8339-0B4C-A751-69CCB78EC8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9" y="6021919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45B1E9-155A-5B46-8B20-21551664F4B4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847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3" y="1814628"/>
            <a:ext cx="11368847" cy="4206947"/>
          </a:xfrm>
          <a:prstGeom prst="rect">
            <a:avLst/>
          </a:prstGeom>
        </p:spPr>
        <p:txBody>
          <a:bodyPr>
            <a:normAutofit/>
          </a:bodyPr>
          <a:lstStyle>
            <a:lvl1pPr marL="232808" indent="-232808">
              <a:spcBef>
                <a:spcPts val="41"/>
              </a:spcBef>
              <a:buClr>
                <a:srgbClr val="007DB3"/>
              </a:buClr>
              <a:buFont typeface="Arial" panose="020B0604020202020204" pitchFamily="34" charset="0"/>
              <a:buChar char="•"/>
              <a:tabLst/>
              <a:defRPr sz="2135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11647" indent="-230693">
              <a:spcBef>
                <a:spcPts val="41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135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7102" indent="-232808">
              <a:spcBef>
                <a:spcPts val="41"/>
              </a:spcBef>
              <a:buFont typeface="Arial" panose="020B0604020202020204" pitchFamily="34" charset="0"/>
              <a:buChar char="•"/>
              <a:tabLst/>
              <a:defRPr sz="2135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indent="-609531">
              <a:spcBef>
                <a:spcPts val="41"/>
              </a:spcBef>
              <a:defRPr sz="2135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indent="-609531">
              <a:spcBef>
                <a:spcPts val="41"/>
              </a:spcBef>
              <a:defRPr sz="240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E0200FB-8662-FB42-8B76-7A6BBD6CBBC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9" y="836430"/>
            <a:ext cx="11368847" cy="6413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>
              <a:buNone/>
              <a:defRPr sz="2667" b="1"/>
            </a:lvl2pPr>
            <a:lvl3pPr marL="1219060" indent="0">
              <a:buNone/>
              <a:defRPr sz="2400" b="1"/>
            </a:lvl3pPr>
            <a:lvl4pPr marL="1828590" indent="0">
              <a:buNone/>
              <a:defRPr sz="2135" b="1"/>
            </a:lvl4pPr>
            <a:lvl5pPr marL="2438122" indent="0">
              <a:buNone/>
              <a:defRPr sz="2135" b="1"/>
            </a:lvl5pPr>
            <a:lvl6pPr marL="3047650" indent="0">
              <a:buNone/>
              <a:defRPr sz="2135" b="1"/>
            </a:lvl6pPr>
            <a:lvl7pPr marL="3657179" indent="0">
              <a:buNone/>
              <a:defRPr sz="2135" b="1"/>
            </a:lvl7pPr>
            <a:lvl8pPr marL="4266708" indent="0">
              <a:buNone/>
              <a:defRPr sz="2135" b="1"/>
            </a:lvl8pPr>
            <a:lvl9pPr marL="4876239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296A31-A7F7-D84E-B2E6-9E920F91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B0C24-5E7B-0B43-A5E4-B22F6A4BA5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9" y="6021919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0687-B76F-F945-9659-9566E796CF75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F61CAED-2E89-4915-89DA-9BB4622E66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288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ntent with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510963" y="1814624"/>
            <a:ext cx="5386919" cy="42009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135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0"/>
          <p:cNvSpPr>
            <a:spLocks noGrp="1"/>
          </p:cNvSpPr>
          <p:nvPr>
            <p:ph type="pic" sz="quarter" idx="12"/>
          </p:nvPr>
        </p:nvSpPr>
        <p:spPr>
          <a:xfrm>
            <a:off x="6510873" y="1820593"/>
            <a:ext cx="536894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3F0855D-D27E-D044-9507-0386DFB277A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9" y="836430"/>
            <a:ext cx="11368847" cy="6413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>
              <a:buNone/>
              <a:defRPr sz="2667" b="1"/>
            </a:lvl2pPr>
            <a:lvl3pPr marL="1219060" indent="0">
              <a:buNone/>
              <a:defRPr sz="2400" b="1"/>
            </a:lvl3pPr>
            <a:lvl4pPr marL="1828590" indent="0">
              <a:buNone/>
              <a:defRPr sz="2135" b="1"/>
            </a:lvl4pPr>
            <a:lvl5pPr marL="2438122" indent="0">
              <a:buNone/>
              <a:defRPr sz="2135" b="1"/>
            </a:lvl5pPr>
            <a:lvl6pPr marL="3047650" indent="0">
              <a:buNone/>
              <a:defRPr sz="2135" b="1"/>
            </a:lvl6pPr>
            <a:lvl7pPr marL="3657179" indent="0">
              <a:buNone/>
              <a:defRPr sz="2135" b="1"/>
            </a:lvl7pPr>
            <a:lvl8pPr marL="4266708" indent="0">
              <a:buNone/>
              <a:defRPr sz="2135" b="1"/>
            </a:lvl8pPr>
            <a:lvl9pPr marL="4876239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570FEE-E9EA-444C-9557-98BDCCA4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B9DCEF9-A06A-6546-B194-1033E64EA2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0119" y="6021919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216B2F-4B82-1E47-80FF-11B3DC572195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2F931DB-02CA-4FF4-B3F0-5AD678A4DC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502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ntent with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2"/>
          <p:cNvSpPr>
            <a:spLocks noGrp="1"/>
          </p:cNvSpPr>
          <p:nvPr>
            <p:ph type="chart" sz="quarter" idx="13"/>
          </p:nvPr>
        </p:nvSpPr>
        <p:spPr>
          <a:xfrm>
            <a:off x="6510866" y="1814624"/>
            <a:ext cx="5386919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343F201-1A36-A846-B8E1-9BDB2456AB9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9" y="836430"/>
            <a:ext cx="11368847" cy="6413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>
              <a:buNone/>
              <a:defRPr sz="2667" b="1"/>
            </a:lvl2pPr>
            <a:lvl3pPr marL="1219060" indent="0">
              <a:buNone/>
              <a:defRPr sz="2400" b="1"/>
            </a:lvl3pPr>
            <a:lvl4pPr marL="1828590" indent="0">
              <a:buNone/>
              <a:defRPr sz="2135" b="1"/>
            </a:lvl4pPr>
            <a:lvl5pPr marL="2438122" indent="0">
              <a:buNone/>
              <a:defRPr sz="2135" b="1"/>
            </a:lvl5pPr>
            <a:lvl6pPr marL="3047650" indent="0">
              <a:buNone/>
              <a:defRPr sz="2135" b="1"/>
            </a:lvl6pPr>
            <a:lvl7pPr marL="3657179" indent="0">
              <a:buNone/>
              <a:defRPr sz="2135" b="1"/>
            </a:lvl7pPr>
            <a:lvl8pPr marL="4266708" indent="0">
              <a:buNone/>
              <a:defRPr sz="2135" b="1"/>
            </a:lvl8pPr>
            <a:lvl9pPr marL="4876239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D33AAB0-4379-6548-B197-7B4EE7A4E1A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0963" y="1814624"/>
            <a:ext cx="5386919" cy="42009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2135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4BA434-82F6-CA4D-A903-D2A7F4D1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9A73125-8B3B-884E-B775-5CCB4F8AA0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119" y="6021919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FB5329-9842-8C41-A01E-F5C2974322E9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8F962A8-1AA5-4497-9DA2-652393AE65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027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able Placeholder 2"/>
          <p:cNvSpPr>
            <a:spLocks noGrp="1"/>
          </p:cNvSpPr>
          <p:nvPr>
            <p:ph type="tbl" sz="quarter" idx="11"/>
          </p:nvPr>
        </p:nvSpPr>
        <p:spPr>
          <a:xfrm>
            <a:off x="674148" y="1814624"/>
            <a:ext cx="1090108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E92BF83-4408-3544-9CE2-F49CC1E3C39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6" y="608449"/>
            <a:ext cx="11368847" cy="6413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>
              <a:buNone/>
              <a:defRPr sz="2667" b="1"/>
            </a:lvl2pPr>
            <a:lvl3pPr marL="1219060" indent="0">
              <a:buNone/>
              <a:defRPr sz="2400" b="1"/>
            </a:lvl3pPr>
            <a:lvl4pPr marL="1828590" indent="0">
              <a:buNone/>
              <a:defRPr sz="2135" b="1"/>
            </a:lvl4pPr>
            <a:lvl5pPr marL="2438122" indent="0">
              <a:buNone/>
              <a:defRPr sz="2135" b="1"/>
            </a:lvl5pPr>
            <a:lvl6pPr marL="3047650" indent="0">
              <a:buNone/>
              <a:defRPr sz="2135" b="1"/>
            </a:lvl6pPr>
            <a:lvl7pPr marL="3657179" indent="0">
              <a:buNone/>
              <a:defRPr sz="2135" b="1"/>
            </a:lvl7pPr>
            <a:lvl8pPr marL="4266708" indent="0">
              <a:buNone/>
              <a:defRPr sz="2135" b="1"/>
            </a:lvl8pPr>
            <a:lvl9pPr marL="4876239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C7764A3-2202-3E4B-915A-C8744FD58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FA519D7-9E24-3746-AE1B-E258D1DF60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119" y="6021919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9AA64E-1FE4-DC40-8B34-C98CECB865C0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BE08BC-5F14-0370-5D8C-0E83BE86A0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392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no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D73D82D-49C0-9248-AC68-5DD5FFEC5F89}"/>
              </a:ext>
            </a:extLst>
          </p:cNvPr>
          <p:cNvSpPr/>
          <p:nvPr userDrawn="1"/>
        </p:nvSpPr>
        <p:spPr>
          <a:xfrm>
            <a:off x="0" y="1693250"/>
            <a:ext cx="2129536" cy="13953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pic>
        <p:nvPicPr>
          <p:cNvPr id="5" name="Picture 4" descr="Shape, icon&#10;&#10;Description automatically generated">
            <a:extLst>
              <a:ext uri="{FF2B5EF4-FFF2-40B4-BE49-F238E27FC236}">
                <a16:creationId xmlns:a16="http://schemas.microsoft.com/office/drawing/2014/main" id="{7D12A783-6C63-A94B-9BB2-5546CA8B74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8249" y="1296175"/>
            <a:ext cx="1342475" cy="1032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D7C50F-E073-FB46-8CD2-D273CE1B39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205" y="2555763"/>
            <a:ext cx="10037233" cy="1869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382" indent="0">
              <a:buNone/>
              <a:defRPr sz="2135">
                <a:solidFill>
                  <a:schemeClr val="bg1"/>
                </a:solidFill>
              </a:defRPr>
            </a:lvl2pPr>
            <a:lvl3pPr marL="846571" indent="0">
              <a:buNone/>
              <a:defRPr sz="2135">
                <a:solidFill>
                  <a:schemeClr val="bg1"/>
                </a:solidFill>
              </a:defRPr>
            </a:lvl3pPr>
            <a:lvl4pPr marL="1144986" indent="0">
              <a:buNone/>
              <a:defRPr sz="2135">
                <a:solidFill>
                  <a:schemeClr val="bg1"/>
                </a:solidFill>
              </a:defRPr>
            </a:lvl4pPr>
            <a:lvl5pPr marL="2438122" indent="0">
              <a:buNone/>
              <a:defRPr sz="2135">
                <a:solidFill>
                  <a:schemeClr val="bg1"/>
                </a:solidFill>
              </a:defRPr>
            </a:lvl5pPr>
          </a:lstStyle>
          <a:p>
            <a:r>
              <a:rPr lang="en-US"/>
              <a:t>Quote goes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</a:t>
            </a:r>
            <a:r>
              <a:rPr lang="en-US" err="1"/>
              <a:t>dapibus</a:t>
            </a:r>
            <a:r>
              <a:rPr lang="en-US"/>
              <a:t>,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Bibendum </a:t>
            </a:r>
            <a:r>
              <a:rPr lang="en-US" err="1"/>
              <a:t>luctus</a:t>
            </a:r>
            <a:r>
              <a:rPr lang="en-US"/>
              <a:t>,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, in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. Sed et </a:t>
            </a:r>
            <a:r>
              <a:rPr lang="en-US" err="1"/>
              <a:t>malesuada</a:t>
            </a:r>
            <a:r>
              <a:rPr lang="en-US"/>
              <a:t> lorem. Maecenas </a:t>
            </a:r>
            <a:r>
              <a:rPr lang="en-US" err="1"/>
              <a:t>viverra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,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placarat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Sed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lugla</a:t>
            </a:r>
            <a:r>
              <a:rPr lang="en-US"/>
              <a:t>, </a:t>
            </a:r>
            <a:r>
              <a:rPr lang="en-US" err="1"/>
              <a:t>phaetra</a:t>
            </a:r>
            <a:r>
              <a:rPr lang="en-US"/>
              <a:t> ac </a:t>
            </a:r>
            <a:r>
              <a:rPr lang="en-US" err="1"/>
              <a:t>tortor</a:t>
            </a:r>
            <a:r>
              <a:rPr lang="en-US"/>
              <a:t>.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809BECD-E88D-6547-8F17-B43EE062B9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205" y="4772295"/>
            <a:ext cx="10037233" cy="73817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1600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382" indent="0">
              <a:buNone/>
              <a:defRPr sz="2135">
                <a:solidFill>
                  <a:schemeClr val="bg1"/>
                </a:solidFill>
              </a:defRPr>
            </a:lvl2pPr>
            <a:lvl3pPr marL="846571" indent="0">
              <a:buNone/>
              <a:defRPr sz="2135">
                <a:solidFill>
                  <a:schemeClr val="bg1"/>
                </a:solidFill>
              </a:defRPr>
            </a:lvl3pPr>
            <a:lvl4pPr marL="1144986" indent="0">
              <a:buNone/>
              <a:defRPr sz="2135">
                <a:solidFill>
                  <a:schemeClr val="bg1"/>
                </a:solidFill>
              </a:defRPr>
            </a:lvl4pPr>
            <a:lvl5pPr marL="2438122" indent="0">
              <a:buNone/>
              <a:defRPr sz="2135">
                <a:solidFill>
                  <a:schemeClr val="bg1"/>
                </a:solidFill>
              </a:defRPr>
            </a:lvl5pPr>
          </a:lstStyle>
          <a:p>
            <a:r>
              <a:rPr lang="en-US"/>
              <a:t>– NAME GOES HERE</a:t>
            </a:r>
          </a:p>
          <a:p>
            <a:r>
              <a:rPr lang="en-US"/>
              <a:t>	Title goes 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07D70A-BDB6-C448-96FF-EBA7C8FDD630}"/>
              </a:ext>
            </a:extLst>
          </p:cNvPr>
          <p:cNvSpPr/>
          <p:nvPr userDrawn="1"/>
        </p:nvSpPr>
        <p:spPr>
          <a:xfrm>
            <a:off x="11460480" y="4861545"/>
            <a:ext cx="731520" cy="5084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64A3BC-4588-0141-9E0C-0583BCBD26DF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25" name="Picture 2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31874F4-E6F7-4C31-928A-91C29C8A6B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80904" y="6364121"/>
            <a:ext cx="1179576" cy="32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232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M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65" y="4132101"/>
            <a:ext cx="11170072" cy="11748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6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0965" y="1254798"/>
            <a:ext cx="11170072" cy="287721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F536E9C-3298-444F-9CD3-C7887F4881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6" y="515771"/>
            <a:ext cx="1645636" cy="45159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187A82-276C-5C42-A57D-AB76390758EE}"/>
              </a:ext>
            </a:extLst>
          </p:cNvPr>
          <p:cNvSpPr/>
          <p:nvPr userDrawn="1"/>
        </p:nvSpPr>
        <p:spPr>
          <a:xfrm>
            <a:off x="665176" y="1141465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8BC8AC-B5E6-6649-8047-ED45AE5B307A}"/>
              </a:ext>
            </a:extLst>
          </p:cNvPr>
          <p:cNvSpPr/>
          <p:nvPr userDrawn="1"/>
        </p:nvSpPr>
        <p:spPr>
          <a:xfrm>
            <a:off x="10300138" y="5588151"/>
            <a:ext cx="1891862" cy="1269850"/>
          </a:xfrm>
          <a:prstGeom prst="rect">
            <a:avLst/>
          </a:prstGeom>
          <a:solidFill>
            <a:schemeClr val="accent2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F2559-5D77-CA42-84F8-F4A65B9FB159}"/>
              </a:ext>
            </a:extLst>
          </p:cNvPr>
          <p:cNvSpPr/>
          <p:nvPr userDrawn="1"/>
        </p:nvSpPr>
        <p:spPr>
          <a:xfrm>
            <a:off x="11681038" y="5306928"/>
            <a:ext cx="510964" cy="592546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88985A-0E2B-D147-A6B2-64A42B53C78B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7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D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3BE44429-E125-FD48-B307-C8F635B52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965" y="4132102"/>
            <a:ext cx="11170072" cy="17031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6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F099FA-C3C5-5747-87DC-6B9F04B452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5" y="1254798"/>
            <a:ext cx="11170072" cy="287721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7" name="Picture 1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CC94E5-6F89-0A40-95FE-5CAF9D7C06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6" y="515771"/>
            <a:ext cx="1645636" cy="45159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8E38DC-713C-E54E-BAEA-DF304D022F53}"/>
              </a:ext>
            </a:extLst>
          </p:cNvPr>
          <p:cNvSpPr/>
          <p:nvPr userDrawn="1"/>
        </p:nvSpPr>
        <p:spPr>
          <a:xfrm>
            <a:off x="665176" y="1141465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99DD17-3F60-F44E-8CC2-A7B6112A776B}"/>
              </a:ext>
            </a:extLst>
          </p:cNvPr>
          <p:cNvSpPr/>
          <p:nvPr userDrawn="1"/>
        </p:nvSpPr>
        <p:spPr>
          <a:xfrm>
            <a:off x="10300138" y="5588151"/>
            <a:ext cx="1891862" cy="1269850"/>
          </a:xfrm>
          <a:prstGeom prst="rect">
            <a:avLst/>
          </a:prstGeom>
          <a:solidFill>
            <a:schemeClr val="accent1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F5E3CF-0A09-244E-97B2-2CC04B5E05BA}"/>
              </a:ext>
            </a:extLst>
          </p:cNvPr>
          <p:cNvSpPr/>
          <p:nvPr userDrawn="1"/>
        </p:nvSpPr>
        <p:spPr>
          <a:xfrm>
            <a:off x="11681038" y="5306928"/>
            <a:ext cx="510964" cy="592546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A45E4A-781E-2547-B561-A2CCD6A6AB02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899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- no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1D6D8D54-1243-9E40-AD27-8A6A9C29B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00" y="4538546"/>
            <a:ext cx="8839200" cy="64305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852B2AA-608D-444B-8C06-31AA4AAD24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4" y="1733553"/>
            <a:ext cx="9280736" cy="2588960"/>
          </a:xfrm>
          <a:prstGeom prst="rect">
            <a:avLst/>
          </a:prstGeom>
          <a:solidFill>
            <a:schemeClr val="accent1"/>
          </a:solidFill>
        </p:spPr>
        <p:txBody>
          <a:bodyPr lIns="457200" anchor="ctr">
            <a:noAutofit/>
          </a:bodyPr>
          <a:lstStyle>
            <a:lvl1pPr algn="l">
              <a:lnSpc>
                <a:spcPct val="80000"/>
              </a:lnSpc>
              <a:defRPr sz="5333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05EE06-F696-3942-8E0F-353CA77A97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236624"/>
            <a:ext cx="1412266" cy="3875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04BDEE-0A37-424A-AF5F-F7E7EEA414C4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1112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5" y="1800449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5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>
              <a:buNone/>
              <a:defRPr sz="2666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4" b="1"/>
            </a:lvl4pPr>
            <a:lvl5pPr marL="2438279" indent="0">
              <a:buNone/>
              <a:defRPr sz="2134" b="1"/>
            </a:lvl5pPr>
            <a:lvl6pPr marL="3047848" indent="0">
              <a:buNone/>
              <a:defRPr sz="2134" b="1"/>
            </a:lvl6pPr>
            <a:lvl7pPr marL="3657418" indent="0">
              <a:buNone/>
              <a:defRPr sz="2134" b="1"/>
            </a:lvl7pPr>
            <a:lvl8pPr marL="4266986" indent="0">
              <a:buNone/>
              <a:defRPr sz="2134" b="1"/>
            </a:lvl8pPr>
            <a:lvl9pPr marL="4876556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BA2D06-52C7-AA4D-A409-4E02CF2E3C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236624"/>
            <a:ext cx="1412266" cy="387552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9E675885-A4C6-D54E-BE73-CE97C7B1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EBCAC59-8339-0B4C-A751-69CCB78EC8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45B1E9-155A-5B46-8B20-21551664F4B4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81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3" y="1814626"/>
            <a:ext cx="11368846" cy="4206947"/>
          </a:xfrm>
          <a:prstGeom prst="rect">
            <a:avLst/>
          </a:prstGeom>
        </p:spPr>
        <p:txBody>
          <a:bodyPr>
            <a:normAutofit/>
          </a:bodyPr>
          <a:lstStyle>
            <a:lvl1pPr marL="232822" indent="-232822">
              <a:spcBef>
                <a:spcPts val="41"/>
              </a:spcBef>
              <a:buClr>
                <a:srgbClr val="007DB3"/>
              </a:buClr>
              <a:buFont typeface="Arial" panose="020B0604020202020204" pitchFamily="34" charset="0"/>
              <a:buChar char="•"/>
              <a:tabLst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11687" indent="-230707">
              <a:spcBef>
                <a:spcPts val="41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134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7176" indent="-232822">
              <a:spcBef>
                <a:spcPts val="41"/>
              </a:spcBef>
              <a:buFont typeface="Arial" panose="020B0604020202020204" pitchFamily="34" charset="0"/>
              <a:buChar char="•"/>
              <a:tabLst/>
              <a:defRPr sz="2134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indent="-609570">
              <a:spcBef>
                <a:spcPts val="41"/>
              </a:spcBef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indent="-609570">
              <a:spcBef>
                <a:spcPts val="41"/>
              </a:spcBef>
              <a:defRPr sz="240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E0200FB-8662-FB42-8B76-7A6BBD6CBBC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5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>
              <a:buNone/>
              <a:defRPr sz="2666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4" b="1"/>
            </a:lvl4pPr>
            <a:lvl5pPr marL="2438279" indent="0">
              <a:buNone/>
              <a:defRPr sz="2134" b="1"/>
            </a:lvl5pPr>
            <a:lvl6pPr marL="3047848" indent="0">
              <a:buNone/>
              <a:defRPr sz="2134" b="1"/>
            </a:lvl6pPr>
            <a:lvl7pPr marL="3657418" indent="0">
              <a:buNone/>
              <a:defRPr sz="2134" b="1"/>
            </a:lvl7pPr>
            <a:lvl8pPr marL="4266986" indent="0">
              <a:buNone/>
              <a:defRPr sz="2134" b="1"/>
            </a:lvl8pPr>
            <a:lvl9pPr marL="4876556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CA13BB-83C7-F24A-BDEA-A8D0C583F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236624"/>
            <a:ext cx="1412266" cy="38755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D296A31-A7F7-D84E-B2E6-9E920F91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B0C24-5E7B-0B43-A5E4-B22F6A4BA5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0687-B76F-F945-9659-9566E796CF75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731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content with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510963" y="1814623"/>
            <a:ext cx="5386918" cy="42009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0"/>
          <p:cNvSpPr>
            <a:spLocks noGrp="1"/>
          </p:cNvSpPr>
          <p:nvPr>
            <p:ph type="pic" sz="quarter" idx="12"/>
          </p:nvPr>
        </p:nvSpPr>
        <p:spPr>
          <a:xfrm>
            <a:off x="6510869" y="1820592"/>
            <a:ext cx="536894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3F0855D-D27E-D044-9507-0386DFB277A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5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>
              <a:buNone/>
              <a:defRPr sz="2666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4" b="1"/>
            </a:lvl4pPr>
            <a:lvl5pPr marL="2438279" indent="0">
              <a:buNone/>
              <a:defRPr sz="2134" b="1"/>
            </a:lvl5pPr>
            <a:lvl6pPr marL="3047848" indent="0">
              <a:buNone/>
              <a:defRPr sz="2134" b="1"/>
            </a:lvl6pPr>
            <a:lvl7pPr marL="3657418" indent="0">
              <a:buNone/>
              <a:defRPr sz="2134" b="1"/>
            </a:lvl7pPr>
            <a:lvl8pPr marL="4266986" indent="0">
              <a:buNone/>
              <a:defRPr sz="2134" b="1"/>
            </a:lvl8pPr>
            <a:lvl9pPr marL="4876556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5D503F-226A-E046-85A4-0B7066EB70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236624"/>
            <a:ext cx="1412266" cy="38755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2570FEE-E9EA-444C-9557-98BDCCA4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B9DCEF9-A06A-6546-B194-1033E64EA2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216B2F-4B82-1E47-80FF-11B3DC572195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0286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content with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2"/>
          <p:cNvSpPr>
            <a:spLocks noGrp="1"/>
          </p:cNvSpPr>
          <p:nvPr>
            <p:ph type="chart" sz="quarter" idx="13"/>
          </p:nvPr>
        </p:nvSpPr>
        <p:spPr>
          <a:xfrm>
            <a:off x="6510866" y="1814623"/>
            <a:ext cx="5386918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343F201-1A36-A846-B8E1-9BDB2456AB9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5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>
              <a:buNone/>
              <a:defRPr sz="2666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4" b="1"/>
            </a:lvl4pPr>
            <a:lvl5pPr marL="2438279" indent="0">
              <a:buNone/>
              <a:defRPr sz="2134" b="1"/>
            </a:lvl5pPr>
            <a:lvl6pPr marL="3047848" indent="0">
              <a:buNone/>
              <a:defRPr sz="2134" b="1"/>
            </a:lvl6pPr>
            <a:lvl7pPr marL="3657418" indent="0">
              <a:buNone/>
              <a:defRPr sz="2134" b="1"/>
            </a:lvl7pPr>
            <a:lvl8pPr marL="4266986" indent="0">
              <a:buNone/>
              <a:defRPr sz="2134" b="1"/>
            </a:lvl8pPr>
            <a:lvl9pPr marL="4876556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D33AAB0-4379-6548-B197-7B4EE7A4E1A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0963" y="1814623"/>
            <a:ext cx="5386918" cy="42009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DF6584-46FC-E844-9A19-EB5D77C708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236624"/>
            <a:ext cx="1412266" cy="38755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B4BA434-82F6-CA4D-A903-D2A7F4D1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9A73125-8B3B-884E-B775-5CCB4F8AA0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FB5329-9842-8C41-A01E-F5C2974322E9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87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able Placeholder 2"/>
          <p:cNvSpPr>
            <a:spLocks noGrp="1"/>
          </p:cNvSpPr>
          <p:nvPr>
            <p:ph type="tbl" sz="quarter" idx="11"/>
          </p:nvPr>
        </p:nvSpPr>
        <p:spPr>
          <a:xfrm>
            <a:off x="674147" y="1814623"/>
            <a:ext cx="1090108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E92BF83-4408-3544-9CE2-F49CC1E3C39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4" y="608448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>
              <a:buNone/>
              <a:defRPr sz="2666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4" b="1"/>
            </a:lvl4pPr>
            <a:lvl5pPr marL="2438279" indent="0">
              <a:buNone/>
              <a:defRPr sz="2134" b="1"/>
            </a:lvl5pPr>
            <a:lvl6pPr marL="3047848" indent="0">
              <a:buNone/>
              <a:defRPr sz="2134" b="1"/>
            </a:lvl6pPr>
            <a:lvl7pPr marL="3657418" indent="0">
              <a:buNone/>
              <a:defRPr sz="2134" b="1"/>
            </a:lvl7pPr>
            <a:lvl8pPr marL="4266986" indent="0">
              <a:buNone/>
              <a:defRPr sz="2134" b="1"/>
            </a:lvl8pPr>
            <a:lvl9pPr marL="4876556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AB2067-0E17-6145-A49C-41F7D4BA69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236624"/>
            <a:ext cx="1412266" cy="38755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764A3-2202-3E4B-915A-C8744FD58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FA519D7-9E24-3746-AE1B-E258D1DF60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9AA64E-1FE4-DC40-8B34-C98CECB865C0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2176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_no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D73D82D-49C0-9248-AC68-5DD5FFEC5F89}"/>
              </a:ext>
            </a:extLst>
          </p:cNvPr>
          <p:cNvSpPr/>
          <p:nvPr userDrawn="1"/>
        </p:nvSpPr>
        <p:spPr>
          <a:xfrm>
            <a:off x="0" y="1693249"/>
            <a:ext cx="2129536" cy="13953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pic>
        <p:nvPicPr>
          <p:cNvPr id="5" name="Picture 4" descr="Shape, icon&#10;&#10;Description automatically generated">
            <a:extLst>
              <a:ext uri="{FF2B5EF4-FFF2-40B4-BE49-F238E27FC236}">
                <a16:creationId xmlns:a16="http://schemas.microsoft.com/office/drawing/2014/main" id="{7D12A783-6C63-A94B-9BB2-5546CA8B74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8247" y="1296175"/>
            <a:ext cx="1342475" cy="1032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D7C50F-E073-FB46-8CD2-D273CE1B39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203" y="2555762"/>
            <a:ext cx="10037233" cy="1869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411" indent="0">
              <a:buNone/>
              <a:defRPr sz="2134">
                <a:solidFill>
                  <a:schemeClr val="bg1"/>
                </a:solidFill>
              </a:defRPr>
            </a:lvl2pPr>
            <a:lvl3pPr marL="846625" indent="0">
              <a:buNone/>
              <a:defRPr sz="2134">
                <a:solidFill>
                  <a:schemeClr val="bg1"/>
                </a:solidFill>
              </a:defRPr>
            </a:lvl3pPr>
            <a:lvl4pPr marL="1145059" indent="0">
              <a:buNone/>
              <a:defRPr sz="2134">
                <a:solidFill>
                  <a:schemeClr val="bg1"/>
                </a:solidFill>
              </a:defRPr>
            </a:lvl4pPr>
            <a:lvl5pPr marL="2438279" indent="0">
              <a:buNone/>
              <a:defRPr sz="2134">
                <a:solidFill>
                  <a:schemeClr val="bg1"/>
                </a:solidFill>
              </a:defRPr>
            </a:lvl5pPr>
          </a:lstStyle>
          <a:p>
            <a:r>
              <a:rPr lang="en-US"/>
              <a:t>Quote goes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</a:t>
            </a:r>
            <a:r>
              <a:rPr lang="en-US" err="1"/>
              <a:t>dapibus</a:t>
            </a:r>
            <a:r>
              <a:rPr lang="en-US"/>
              <a:t>,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Bibendum </a:t>
            </a:r>
            <a:r>
              <a:rPr lang="en-US" err="1"/>
              <a:t>luctus</a:t>
            </a:r>
            <a:r>
              <a:rPr lang="en-US"/>
              <a:t>,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, in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. Sed et </a:t>
            </a:r>
            <a:r>
              <a:rPr lang="en-US" err="1"/>
              <a:t>malesuada</a:t>
            </a:r>
            <a:r>
              <a:rPr lang="en-US"/>
              <a:t> lorem. Maecenas </a:t>
            </a:r>
            <a:r>
              <a:rPr lang="en-US" err="1"/>
              <a:t>viverra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,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placarat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Sed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lugla</a:t>
            </a:r>
            <a:r>
              <a:rPr lang="en-US"/>
              <a:t>, </a:t>
            </a:r>
            <a:r>
              <a:rPr lang="en-US" err="1"/>
              <a:t>phaetra</a:t>
            </a:r>
            <a:r>
              <a:rPr lang="en-US"/>
              <a:t> ac </a:t>
            </a:r>
            <a:r>
              <a:rPr lang="en-US" err="1"/>
              <a:t>tortor</a:t>
            </a:r>
            <a:r>
              <a:rPr lang="en-US"/>
              <a:t>.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809BECD-E88D-6547-8F17-B43EE062B9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203" y="4772295"/>
            <a:ext cx="10037233" cy="73817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1600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411" indent="0">
              <a:buNone/>
              <a:defRPr sz="2134">
                <a:solidFill>
                  <a:schemeClr val="bg1"/>
                </a:solidFill>
              </a:defRPr>
            </a:lvl2pPr>
            <a:lvl3pPr marL="846625" indent="0">
              <a:buNone/>
              <a:defRPr sz="2134">
                <a:solidFill>
                  <a:schemeClr val="bg1"/>
                </a:solidFill>
              </a:defRPr>
            </a:lvl3pPr>
            <a:lvl4pPr marL="1145059" indent="0">
              <a:buNone/>
              <a:defRPr sz="2134">
                <a:solidFill>
                  <a:schemeClr val="bg1"/>
                </a:solidFill>
              </a:defRPr>
            </a:lvl4pPr>
            <a:lvl5pPr marL="2438279" indent="0">
              <a:buNone/>
              <a:defRPr sz="2134">
                <a:solidFill>
                  <a:schemeClr val="bg1"/>
                </a:solidFill>
              </a:defRPr>
            </a:lvl5pPr>
          </a:lstStyle>
          <a:p>
            <a:r>
              <a:rPr lang="en-US"/>
              <a:t>– NAME GOES HERE</a:t>
            </a:r>
          </a:p>
          <a:p>
            <a:r>
              <a:rPr lang="en-US"/>
              <a:t>	Title goes 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07D70A-BDB6-C448-96FF-EBA7C8FDD630}"/>
              </a:ext>
            </a:extLst>
          </p:cNvPr>
          <p:cNvSpPr/>
          <p:nvPr userDrawn="1"/>
        </p:nvSpPr>
        <p:spPr>
          <a:xfrm>
            <a:off x="11460480" y="4861544"/>
            <a:ext cx="731520" cy="5084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4AB0BB-99A4-C941-8ED3-909603A003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67541" y="6236624"/>
            <a:ext cx="1412270" cy="3875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464A3BC-4588-0141-9E0C-0583BCBD26DF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07279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/Thank yo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2191" y="2"/>
            <a:ext cx="11567621" cy="6624176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64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649F6A-65AB-7D46-9B77-891CAA6221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236624"/>
            <a:ext cx="1412266" cy="3875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636B29-E45E-3344-86C8-EB4250C6DF27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1712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no log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5" y="1800449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5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>
              <a:buNone/>
              <a:defRPr sz="2666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4" b="1"/>
            </a:lvl4pPr>
            <a:lvl5pPr marL="2438279" indent="0">
              <a:buNone/>
              <a:defRPr sz="2134" b="1"/>
            </a:lvl5pPr>
            <a:lvl6pPr marL="3047848" indent="0">
              <a:buNone/>
              <a:defRPr sz="2134" b="1"/>
            </a:lvl6pPr>
            <a:lvl7pPr marL="3657418" indent="0">
              <a:buNone/>
              <a:defRPr sz="2134" b="1"/>
            </a:lvl7pPr>
            <a:lvl8pPr marL="4266986" indent="0">
              <a:buNone/>
              <a:defRPr sz="2134" b="1"/>
            </a:lvl8pPr>
            <a:lvl9pPr marL="4876556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61E85-8EB6-7841-9141-61560607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1D12231-8D53-CA41-859D-48FB78CE12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E8CEA8-317D-5841-A5D2-D2063E540E17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5477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blue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D47FE74-0BF5-364C-9101-1552F245F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1BF5CB6-A830-574D-BEB1-E69B0F47A79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5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>
              <a:buNone/>
              <a:defRPr sz="2666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4" b="1"/>
            </a:lvl4pPr>
            <a:lvl5pPr marL="2438279" indent="0">
              <a:buNone/>
              <a:defRPr sz="2134" b="1"/>
            </a:lvl5pPr>
            <a:lvl6pPr marL="3047848" indent="0">
              <a:buNone/>
              <a:defRPr sz="2134" b="1"/>
            </a:lvl6pPr>
            <a:lvl7pPr marL="3657418" indent="0">
              <a:buNone/>
              <a:defRPr sz="2134" b="1"/>
            </a:lvl7pPr>
            <a:lvl8pPr marL="4266986" indent="0">
              <a:buNone/>
              <a:defRPr sz="2134" b="1"/>
            </a:lvl8pPr>
            <a:lvl9pPr marL="4876556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2F2CCFA-D1EC-5A43-A99A-45A01A86D2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1" y="6236624"/>
            <a:ext cx="1412270" cy="387552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758A1DA-7C58-9941-9702-3A27795C8C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0CAC21-747C-A74C-9CFC-51ECE0AD3957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6005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blue backgrou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2F3CD0-32A1-804E-A2D3-210F2FD775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1" y="6236624"/>
            <a:ext cx="1412270" cy="38755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6259A36-C74D-2B44-A03D-507592E94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4" y="233824"/>
            <a:ext cx="11368847" cy="824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EF71BC-EF75-DD49-A80A-1CF56F92772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5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>
              <a:buNone/>
              <a:defRPr sz="2666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4" b="1"/>
            </a:lvl4pPr>
            <a:lvl5pPr marL="2438279" indent="0">
              <a:buNone/>
              <a:defRPr sz="2134" b="1"/>
            </a:lvl5pPr>
            <a:lvl6pPr marL="3047848" indent="0">
              <a:buNone/>
              <a:defRPr sz="2134" b="1"/>
            </a:lvl6pPr>
            <a:lvl7pPr marL="3657418" indent="0">
              <a:buNone/>
              <a:defRPr sz="2134" b="1"/>
            </a:lvl7pPr>
            <a:lvl8pPr marL="4266986" indent="0">
              <a:buNone/>
              <a:defRPr sz="2134" b="1"/>
            </a:lvl8pPr>
            <a:lvl9pPr marL="4876556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A6E8E7-9409-1F4E-9DC4-766EF70818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E275E5-9B36-064C-BD19-A43595CA7CE3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8825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_M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64" y="4132100"/>
            <a:ext cx="11170072" cy="11748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0964" y="1254799"/>
            <a:ext cx="11170072" cy="28772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F536E9C-3298-444F-9CD3-C7887F4881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174" y="515772"/>
            <a:ext cx="1645636" cy="4515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187A82-276C-5C42-A57D-AB76390758EE}"/>
              </a:ext>
            </a:extLst>
          </p:cNvPr>
          <p:cNvSpPr/>
          <p:nvPr userDrawn="1"/>
        </p:nvSpPr>
        <p:spPr>
          <a:xfrm>
            <a:off x="665174" y="1141463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8BC8AC-B5E6-6649-8047-ED45AE5B307A}"/>
              </a:ext>
            </a:extLst>
          </p:cNvPr>
          <p:cNvSpPr/>
          <p:nvPr userDrawn="1"/>
        </p:nvSpPr>
        <p:spPr>
          <a:xfrm>
            <a:off x="10300138" y="5588152"/>
            <a:ext cx="1891863" cy="1269849"/>
          </a:xfrm>
          <a:prstGeom prst="rect">
            <a:avLst/>
          </a:prstGeom>
          <a:solidFill>
            <a:schemeClr val="accent2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F2559-5D77-CA42-84F8-F4A65B9FB159}"/>
              </a:ext>
            </a:extLst>
          </p:cNvPr>
          <p:cNvSpPr/>
          <p:nvPr userDrawn="1"/>
        </p:nvSpPr>
        <p:spPr>
          <a:xfrm>
            <a:off x="11681037" y="5306929"/>
            <a:ext cx="510964" cy="592545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BB8661-75D0-BF4F-B66A-3B41BE63B748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636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_D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3BE44429-E125-FD48-B307-C8F635B52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964" y="4132100"/>
            <a:ext cx="11170072" cy="17031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F099FA-C3C5-5747-87DC-6B9F04B452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4" y="1254799"/>
            <a:ext cx="11170072" cy="28772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7" name="Picture 1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CC94E5-6F89-0A40-95FE-5CAF9D7C06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174" y="515772"/>
            <a:ext cx="1645636" cy="45159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8E38DC-713C-E54E-BAEA-DF304D022F53}"/>
              </a:ext>
            </a:extLst>
          </p:cNvPr>
          <p:cNvSpPr/>
          <p:nvPr userDrawn="1"/>
        </p:nvSpPr>
        <p:spPr>
          <a:xfrm>
            <a:off x="665174" y="1141463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99DD17-3F60-F44E-8CC2-A7B6112A776B}"/>
              </a:ext>
            </a:extLst>
          </p:cNvPr>
          <p:cNvSpPr/>
          <p:nvPr userDrawn="1"/>
        </p:nvSpPr>
        <p:spPr>
          <a:xfrm>
            <a:off x="10300138" y="5588152"/>
            <a:ext cx="1891863" cy="1269849"/>
          </a:xfrm>
          <a:prstGeom prst="rect">
            <a:avLst/>
          </a:prstGeom>
          <a:solidFill>
            <a:schemeClr val="accent1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F5E3CF-0A09-244E-97B2-2CC04B5E05BA}"/>
              </a:ext>
            </a:extLst>
          </p:cNvPr>
          <p:cNvSpPr/>
          <p:nvPr userDrawn="1"/>
        </p:nvSpPr>
        <p:spPr>
          <a:xfrm>
            <a:off x="11681037" y="5306929"/>
            <a:ext cx="510964" cy="592545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FBAC82-E6AB-FA44-A043-41C8D0349E6B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039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- no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1D6D8D54-1243-9E40-AD27-8A6A9C29B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00" y="4538547"/>
            <a:ext cx="8839200" cy="6430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852B2AA-608D-444B-8C06-31AA4AAD24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4" y="1733552"/>
            <a:ext cx="9280736" cy="2588960"/>
          </a:xfrm>
          <a:prstGeom prst="rect">
            <a:avLst/>
          </a:prstGeom>
          <a:solidFill>
            <a:schemeClr val="accent1"/>
          </a:solidFill>
        </p:spPr>
        <p:txBody>
          <a:bodyPr lIns="457200" anchor="ctr">
            <a:noAutofit/>
          </a:bodyPr>
          <a:lstStyle>
            <a:lvl1pPr algn="l">
              <a:lnSpc>
                <a:spcPct val="80000"/>
              </a:lnSpc>
              <a:defRPr sz="5333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05EE06-F696-3942-8E0F-353CA77A97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87114F-DEAA-074D-90B9-8E2C8EA4AE0D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39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3" y="1800447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3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BA2D06-52C7-AA4D-A409-4E02CF2E3C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9E675885-A4C6-D54E-BE73-CE97C7B1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EBCAC59-8339-0B4C-A751-69CCB78EC8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45B1E9-155A-5B46-8B20-21551664F4B4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6098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4" y="1814624"/>
            <a:ext cx="11368845" cy="4206947"/>
          </a:xfrm>
          <a:prstGeom prst="rect">
            <a:avLst/>
          </a:prstGeom>
        </p:spPr>
        <p:txBody>
          <a:bodyPr>
            <a:normAutofit/>
          </a:bodyPr>
          <a:lstStyle>
            <a:lvl1pPr marL="232828" indent="-232828">
              <a:spcBef>
                <a:spcPts val="41"/>
              </a:spcBef>
              <a:buClr>
                <a:srgbClr val="007DB3"/>
              </a:buClr>
              <a:buFont typeface="Arial" panose="020B0604020202020204" pitchFamily="34" charset="0"/>
              <a:buChar char="•"/>
              <a:tabLst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11702" indent="-230712">
              <a:spcBef>
                <a:spcPts val="41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133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7205" indent="-232828">
              <a:spcBef>
                <a:spcPts val="41"/>
              </a:spcBef>
              <a:buFont typeface="Arial" panose="020B0604020202020204" pitchFamily="34" charset="0"/>
              <a:buChar char="•"/>
              <a:tabLst/>
              <a:defRPr sz="2133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indent="-609585">
              <a:spcBef>
                <a:spcPts val="41"/>
              </a:spcBef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indent="-609585">
              <a:spcBef>
                <a:spcPts val="41"/>
              </a:spcBef>
              <a:defRPr sz="240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E0200FB-8662-FB42-8B76-7A6BBD6CBBC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CA13BB-83C7-F24A-BDEA-A8D0C583FB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D296A31-A7F7-D84E-B2E6-9E920F91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B0C24-5E7B-0B43-A5E4-B22F6A4BA5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A9B772-7E71-FA4F-9E72-FB3C01A48321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2770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eft content with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510964" y="1814624"/>
            <a:ext cx="5386917" cy="42009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0"/>
          <p:cNvSpPr>
            <a:spLocks noGrp="1"/>
          </p:cNvSpPr>
          <p:nvPr>
            <p:ph type="pic" sz="quarter" idx="12"/>
          </p:nvPr>
        </p:nvSpPr>
        <p:spPr>
          <a:xfrm>
            <a:off x="6510867" y="1820592"/>
            <a:ext cx="536894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3F0855D-D27E-D044-9507-0386DFB277A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5D503F-226A-E046-85A4-0B7066EB70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2570FEE-E9EA-444C-9557-98BDCCA4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B9DCEF9-A06A-6546-B194-1033E64EA2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B0ED52-3B5E-9848-B86B-B7D8AC0D1FD0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1389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eft content with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2"/>
          <p:cNvSpPr>
            <a:spLocks noGrp="1"/>
          </p:cNvSpPr>
          <p:nvPr>
            <p:ph type="chart" sz="quarter" idx="13"/>
          </p:nvPr>
        </p:nvSpPr>
        <p:spPr>
          <a:xfrm>
            <a:off x="6510867" y="1814624"/>
            <a:ext cx="5386917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343F201-1A36-A846-B8E1-9BDB2456AB9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D33AAB0-4379-6548-B197-7B4EE7A4E1A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0964" y="1814624"/>
            <a:ext cx="5386917" cy="42009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DF6584-46FC-E844-9A19-EB5D77C708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B4BA434-82F6-CA4D-A903-D2A7F4D1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9A73125-8B3B-884E-B775-5CCB4F8AA0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792DB5-EC7D-024A-81C4-7AEDC40E18D1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1378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able Placeholder 2"/>
          <p:cNvSpPr>
            <a:spLocks noGrp="1"/>
          </p:cNvSpPr>
          <p:nvPr>
            <p:ph type="tbl" sz="quarter" idx="11"/>
          </p:nvPr>
        </p:nvSpPr>
        <p:spPr>
          <a:xfrm>
            <a:off x="674145" y="1814624"/>
            <a:ext cx="1090108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E92BF83-4408-3544-9CE2-F49CC1E3C39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AB2067-0E17-6145-A49C-41F7D4BA69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764A3-2202-3E4B-915A-C8744FD58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FA519D7-9E24-3746-AE1B-E258D1DF60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70D041-C97F-6946-8D93-C9F28A5F900B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1540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_no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D73D82D-49C0-9248-AC68-5DD5FFEC5F89}"/>
              </a:ext>
            </a:extLst>
          </p:cNvPr>
          <p:cNvSpPr/>
          <p:nvPr userDrawn="1"/>
        </p:nvSpPr>
        <p:spPr>
          <a:xfrm>
            <a:off x="0" y="1693250"/>
            <a:ext cx="2129536" cy="13953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Shape, icon&#10;&#10;Description automatically generated">
            <a:extLst>
              <a:ext uri="{FF2B5EF4-FFF2-40B4-BE49-F238E27FC236}">
                <a16:creationId xmlns:a16="http://schemas.microsoft.com/office/drawing/2014/main" id="{7D12A783-6C63-A94B-9BB2-5546CA8B74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8245" y="1296175"/>
            <a:ext cx="1342475" cy="1032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D7C50F-E073-FB46-8CD2-D273CE1B39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201" y="2555760"/>
            <a:ext cx="10037233" cy="1869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422" indent="0">
              <a:buNone/>
              <a:defRPr sz="2133">
                <a:solidFill>
                  <a:schemeClr val="bg1"/>
                </a:solidFill>
              </a:defRPr>
            </a:lvl2pPr>
            <a:lvl3pPr marL="846646" indent="0">
              <a:buNone/>
              <a:defRPr sz="2133">
                <a:solidFill>
                  <a:schemeClr val="bg1"/>
                </a:solidFill>
              </a:defRPr>
            </a:lvl3pPr>
            <a:lvl4pPr marL="1145087" indent="0">
              <a:buNone/>
              <a:defRPr sz="2133">
                <a:solidFill>
                  <a:schemeClr val="bg1"/>
                </a:solidFill>
              </a:defRPr>
            </a:lvl4pPr>
            <a:lvl5pPr marL="2438339" indent="0">
              <a:buNone/>
              <a:defRPr sz="2133">
                <a:solidFill>
                  <a:schemeClr val="bg1"/>
                </a:solidFill>
              </a:defRPr>
            </a:lvl5pPr>
          </a:lstStyle>
          <a:p>
            <a:r>
              <a:rPr lang="en-US"/>
              <a:t>Quote goes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</a:t>
            </a:r>
            <a:r>
              <a:rPr lang="en-US" err="1"/>
              <a:t>dapibus</a:t>
            </a:r>
            <a:r>
              <a:rPr lang="en-US"/>
              <a:t>,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Bibendum </a:t>
            </a:r>
            <a:r>
              <a:rPr lang="en-US" err="1"/>
              <a:t>luctus</a:t>
            </a:r>
            <a:r>
              <a:rPr lang="en-US"/>
              <a:t>,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, in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. Sed et </a:t>
            </a:r>
            <a:r>
              <a:rPr lang="en-US" err="1"/>
              <a:t>malesuada</a:t>
            </a:r>
            <a:r>
              <a:rPr lang="en-US"/>
              <a:t> lorem. Maecenas </a:t>
            </a:r>
            <a:r>
              <a:rPr lang="en-US" err="1"/>
              <a:t>viverra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,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placarat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Sed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lugla</a:t>
            </a:r>
            <a:r>
              <a:rPr lang="en-US"/>
              <a:t>, </a:t>
            </a:r>
            <a:r>
              <a:rPr lang="en-US" err="1"/>
              <a:t>phaetra</a:t>
            </a:r>
            <a:r>
              <a:rPr lang="en-US"/>
              <a:t> ac </a:t>
            </a:r>
            <a:r>
              <a:rPr lang="en-US" err="1"/>
              <a:t>tortor</a:t>
            </a:r>
            <a:r>
              <a:rPr lang="en-US"/>
              <a:t>.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809BECD-E88D-6547-8F17-B43EE062B9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201" y="4772295"/>
            <a:ext cx="10037233" cy="73817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1600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422" indent="0">
              <a:buNone/>
              <a:defRPr sz="2133">
                <a:solidFill>
                  <a:schemeClr val="bg1"/>
                </a:solidFill>
              </a:defRPr>
            </a:lvl2pPr>
            <a:lvl3pPr marL="846646" indent="0">
              <a:buNone/>
              <a:defRPr sz="2133">
                <a:solidFill>
                  <a:schemeClr val="bg1"/>
                </a:solidFill>
              </a:defRPr>
            </a:lvl3pPr>
            <a:lvl4pPr marL="1145087" indent="0">
              <a:buNone/>
              <a:defRPr sz="2133">
                <a:solidFill>
                  <a:schemeClr val="bg1"/>
                </a:solidFill>
              </a:defRPr>
            </a:lvl4pPr>
            <a:lvl5pPr marL="2438339" indent="0">
              <a:buNone/>
              <a:defRPr sz="2133">
                <a:solidFill>
                  <a:schemeClr val="bg1"/>
                </a:solidFill>
              </a:defRPr>
            </a:lvl5pPr>
          </a:lstStyle>
          <a:p>
            <a:r>
              <a:rPr lang="en-US"/>
              <a:t>– NAME GOES HERE</a:t>
            </a:r>
          </a:p>
          <a:p>
            <a:r>
              <a:rPr lang="en-US"/>
              <a:t>	Title goes 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07D70A-BDB6-C448-96FF-EBA7C8FDD630}"/>
              </a:ext>
            </a:extLst>
          </p:cNvPr>
          <p:cNvSpPr/>
          <p:nvPr userDrawn="1"/>
        </p:nvSpPr>
        <p:spPr>
          <a:xfrm>
            <a:off x="11460480" y="4861545"/>
            <a:ext cx="731520" cy="5084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4AB0BB-99A4-C941-8ED3-909603A0039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7541" y="6236624"/>
            <a:ext cx="1412271" cy="3875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161A48-D93E-AD48-ACBF-8E3509730930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509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estions/Thank yo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2190" y="0"/>
            <a:ext cx="11567621" cy="6624176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64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649F6A-65AB-7D46-9B77-891CAA6221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7075CE-4AA8-2549-A300-6D36E285BCD8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3193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blue backgrou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2F3CD0-32A1-804E-A2D3-210F2FD775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7541" y="6236624"/>
            <a:ext cx="1412271" cy="38755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6259A36-C74D-2B44-A03D-507592E94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2" y="233824"/>
            <a:ext cx="11368847" cy="824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EF71BC-EF75-DD49-A80A-1CF56F92772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A6E8E7-9409-1F4E-9DC4-766EF70818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ADE4A3-FA59-604A-8AF8-61903D5FCF5E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2466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4283969-5420-6C40-8DCB-D5989E0DD9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75667" y="2567517"/>
            <a:ext cx="3640667" cy="9990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CC8E4B8-3F20-DA44-ABE5-85D08E42E6C7}"/>
              </a:ext>
            </a:extLst>
          </p:cNvPr>
          <p:cNvSpPr/>
          <p:nvPr userDrawn="1"/>
        </p:nvSpPr>
        <p:spPr>
          <a:xfrm>
            <a:off x="4275667" y="3912180"/>
            <a:ext cx="3640667" cy="1039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833316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4283969-5420-6C40-8DCB-D5989E0DD9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75667" y="2567517"/>
            <a:ext cx="3640667" cy="9990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D68AAC-D8AD-8E43-A2D6-6D3EEBCFD439}"/>
              </a:ext>
            </a:extLst>
          </p:cNvPr>
          <p:cNvSpPr/>
          <p:nvPr userDrawn="1"/>
        </p:nvSpPr>
        <p:spPr>
          <a:xfrm>
            <a:off x="4275667" y="3912180"/>
            <a:ext cx="3640667" cy="1039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4512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3ACCA-F839-4AB8-A1A8-BFCFA6049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3305"/>
            <a:ext cx="9144000" cy="184665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E4F735-645A-43B0-846E-DE4B78FCE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F2816-318C-4482-A41F-182AB626F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0CC6A-5EA8-4D21-AE52-4CB7A421DA7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BEF56-FBC3-40A1-9DDE-FF3D1740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88AEC-5713-4266-B7DB-0D7B7BC79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CCCC6-7C99-4A60-BC34-CF95039F1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646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_M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65" y="4132101"/>
            <a:ext cx="11170072" cy="11748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6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0965" y="1254798"/>
            <a:ext cx="11170072" cy="287721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F536E9C-3298-444F-9CD3-C7887F4881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7" y="515771"/>
            <a:ext cx="1645636" cy="45159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187A82-276C-5C42-A57D-AB76390758EE}"/>
              </a:ext>
            </a:extLst>
          </p:cNvPr>
          <p:cNvSpPr/>
          <p:nvPr userDrawn="1"/>
        </p:nvSpPr>
        <p:spPr>
          <a:xfrm>
            <a:off x="665177" y="1141466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8BC8AC-B5E6-6649-8047-ED45AE5B307A}"/>
              </a:ext>
            </a:extLst>
          </p:cNvPr>
          <p:cNvSpPr/>
          <p:nvPr userDrawn="1"/>
        </p:nvSpPr>
        <p:spPr>
          <a:xfrm>
            <a:off x="10300138" y="5588151"/>
            <a:ext cx="1891862" cy="1269850"/>
          </a:xfrm>
          <a:prstGeom prst="rect">
            <a:avLst/>
          </a:prstGeom>
          <a:solidFill>
            <a:schemeClr val="accent2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F2559-5D77-CA42-84F8-F4A65B9FB159}"/>
              </a:ext>
            </a:extLst>
          </p:cNvPr>
          <p:cNvSpPr/>
          <p:nvPr userDrawn="1"/>
        </p:nvSpPr>
        <p:spPr>
          <a:xfrm>
            <a:off x="11681039" y="5306928"/>
            <a:ext cx="510964" cy="592546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88985A-0E2B-D147-A6B2-64A42B53C78B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856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_D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3BE44429-E125-FD48-B307-C8F635B52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965" y="4132104"/>
            <a:ext cx="11170072" cy="17031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6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F099FA-C3C5-5747-87DC-6B9F04B452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5" y="1254798"/>
            <a:ext cx="11170072" cy="287721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7" name="Picture 1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CC94E5-6F89-0A40-95FE-5CAF9D7C06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7" y="515771"/>
            <a:ext cx="1645636" cy="45159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8E38DC-713C-E54E-BAEA-DF304D022F53}"/>
              </a:ext>
            </a:extLst>
          </p:cNvPr>
          <p:cNvSpPr/>
          <p:nvPr userDrawn="1"/>
        </p:nvSpPr>
        <p:spPr>
          <a:xfrm>
            <a:off x="665177" y="1141466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99DD17-3F60-F44E-8CC2-A7B6112A776B}"/>
              </a:ext>
            </a:extLst>
          </p:cNvPr>
          <p:cNvSpPr/>
          <p:nvPr userDrawn="1"/>
        </p:nvSpPr>
        <p:spPr>
          <a:xfrm>
            <a:off x="10300138" y="5588151"/>
            <a:ext cx="1891862" cy="1269850"/>
          </a:xfrm>
          <a:prstGeom prst="rect">
            <a:avLst/>
          </a:prstGeom>
          <a:solidFill>
            <a:schemeClr val="accent1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F5E3CF-0A09-244E-97B2-2CC04B5E05BA}"/>
              </a:ext>
            </a:extLst>
          </p:cNvPr>
          <p:cNvSpPr/>
          <p:nvPr userDrawn="1"/>
        </p:nvSpPr>
        <p:spPr>
          <a:xfrm>
            <a:off x="11681039" y="5306928"/>
            <a:ext cx="510964" cy="592546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A45E4A-781E-2547-B561-A2CCD6A6AB02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293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 - no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1D6D8D54-1243-9E40-AD27-8A6A9C29B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00" y="4538546"/>
            <a:ext cx="8839200" cy="64305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852B2AA-608D-444B-8C06-31AA4AAD24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4" y="1733553"/>
            <a:ext cx="9280736" cy="2588960"/>
          </a:xfrm>
          <a:prstGeom prst="rect">
            <a:avLst/>
          </a:prstGeom>
          <a:solidFill>
            <a:schemeClr val="accent1"/>
          </a:solidFill>
        </p:spPr>
        <p:txBody>
          <a:bodyPr lIns="457200" anchor="ctr">
            <a:noAutofit/>
          </a:bodyPr>
          <a:lstStyle>
            <a:lvl1pPr algn="l">
              <a:lnSpc>
                <a:spcPct val="80000"/>
              </a:lnSpc>
              <a:defRPr sz="5333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04BDEE-0A37-424A-AF5F-F7E7EEA414C4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95DA09-B784-4E24-A62A-1D0B7AA82C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2861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7" y="1800449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7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>
              <a:buNone/>
              <a:defRPr sz="2666" b="1"/>
            </a:lvl2pPr>
            <a:lvl3pPr marL="1219091" indent="0">
              <a:buNone/>
              <a:defRPr sz="2400" b="1"/>
            </a:lvl3pPr>
            <a:lvl4pPr marL="1828636" indent="0">
              <a:buNone/>
              <a:defRPr sz="2134" b="1"/>
            </a:lvl4pPr>
            <a:lvl5pPr marL="2438182" indent="0">
              <a:buNone/>
              <a:defRPr sz="2134" b="1"/>
            </a:lvl5pPr>
            <a:lvl6pPr marL="3047726" indent="0">
              <a:buNone/>
              <a:defRPr sz="2134" b="1"/>
            </a:lvl6pPr>
            <a:lvl7pPr marL="3657271" indent="0">
              <a:buNone/>
              <a:defRPr sz="2134" b="1"/>
            </a:lvl7pPr>
            <a:lvl8pPr marL="4266815" indent="0">
              <a:buNone/>
              <a:defRPr sz="2134" b="1"/>
            </a:lvl8pPr>
            <a:lvl9pPr marL="4876361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9E675885-A4C6-D54E-BE73-CE97C7B1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EBCAC59-8339-0B4C-A751-69CCB78EC8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45B1E9-155A-5B46-8B20-21551664F4B4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A7A164A-90D2-4C71-A348-EC629DEFCE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3820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3" y="1814627"/>
            <a:ext cx="11368846" cy="4206947"/>
          </a:xfrm>
          <a:prstGeom prst="rect">
            <a:avLst/>
          </a:prstGeom>
        </p:spPr>
        <p:txBody>
          <a:bodyPr>
            <a:normAutofit/>
          </a:bodyPr>
          <a:lstStyle>
            <a:lvl1pPr marL="232813" indent="-232813">
              <a:spcBef>
                <a:spcPts val="41"/>
              </a:spcBef>
              <a:buClr>
                <a:srgbClr val="007DB3"/>
              </a:buClr>
              <a:buFont typeface="Arial" panose="020B0604020202020204" pitchFamily="34" charset="0"/>
              <a:buChar char="•"/>
              <a:tabLst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11663" indent="-230698">
              <a:spcBef>
                <a:spcPts val="41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134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7130" indent="-232813">
              <a:spcBef>
                <a:spcPts val="41"/>
              </a:spcBef>
              <a:buFont typeface="Arial" panose="020B0604020202020204" pitchFamily="34" charset="0"/>
              <a:buChar char="•"/>
              <a:tabLst/>
              <a:defRPr sz="2134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indent="-609546">
              <a:spcBef>
                <a:spcPts val="41"/>
              </a:spcBef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indent="-609546">
              <a:spcBef>
                <a:spcPts val="41"/>
              </a:spcBef>
              <a:defRPr sz="240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E0200FB-8662-FB42-8B76-7A6BBD6CBBC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7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>
              <a:buNone/>
              <a:defRPr sz="2666" b="1"/>
            </a:lvl2pPr>
            <a:lvl3pPr marL="1219091" indent="0">
              <a:buNone/>
              <a:defRPr sz="2400" b="1"/>
            </a:lvl3pPr>
            <a:lvl4pPr marL="1828636" indent="0">
              <a:buNone/>
              <a:defRPr sz="2134" b="1"/>
            </a:lvl4pPr>
            <a:lvl5pPr marL="2438182" indent="0">
              <a:buNone/>
              <a:defRPr sz="2134" b="1"/>
            </a:lvl5pPr>
            <a:lvl6pPr marL="3047726" indent="0">
              <a:buNone/>
              <a:defRPr sz="2134" b="1"/>
            </a:lvl6pPr>
            <a:lvl7pPr marL="3657271" indent="0">
              <a:buNone/>
              <a:defRPr sz="2134" b="1"/>
            </a:lvl7pPr>
            <a:lvl8pPr marL="4266815" indent="0">
              <a:buNone/>
              <a:defRPr sz="2134" b="1"/>
            </a:lvl8pPr>
            <a:lvl9pPr marL="4876361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296A31-A7F7-D84E-B2E6-9E920F91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B0C24-5E7B-0B43-A5E4-B22F6A4BA5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0687-B76F-F945-9659-9566E796CF75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F61CAED-2E89-4915-89DA-9BB4622E66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3014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eft content with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510963" y="1814623"/>
            <a:ext cx="5386918" cy="42009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0"/>
          <p:cNvSpPr>
            <a:spLocks noGrp="1"/>
          </p:cNvSpPr>
          <p:nvPr>
            <p:ph type="pic" sz="quarter" idx="12"/>
          </p:nvPr>
        </p:nvSpPr>
        <p:spPr>
          <a:xfrm>
            <a:off x="6510871" y="1820592"/>
            <a:ext cx="536894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3F0855D-D27E-D044-9507-0386DFB277A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7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>
              <a:buNone/>
              <a:defRPr sz="2666" b="1"/>
            </a:lvl2pPr>
            <a:lvl3pPr marL="1219091" indent="0">
              <a:buNone/>
              <a:defRPr sz="2400" b="1"/>
            </a:lvl3pPr>
            <a:lvl4pPr marL="1828636" indent="0">
              <a:buNone/>
              <a:defRPr sz="2134" b="1"/>
            </a:lvl4pPr>
            <a:lvl5pPr marL="2438182" indent="0">
              <a:buNone/>
              <a:defRPr sz="2134" b="1"/>
            </a:lvl5pPr>
            <a:lvl6pPr marL="3047726" indent="0">
              <a:buNone/>
              <a:defRPr sz="2134" b="1"/>
            </a:lvl6pPr>
            <a:lvl7pPr marL="3657271" indent="0">
              <a:buNone/>
              <a:defRPr sz="2134" b="1"/>
            </a:lvl7pPr>
            <a:lvl8pPr marL="4266815" indent="0">
              <a:buNone/>
              <a:defRPr sz="2134" b="1"/>
            </a:lvl8pPr>
            <a:lvl9pPr marL="4876361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570FEE-E9EA-444C-9557-98BDCCA4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B9DCEF9-A06A-6546-B194-1033E64EA2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216B2F-4B82-1E47-80FF-11B3DC572195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2F931DB-02CA-4FF4-B3F0-5AD678A4DC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0521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eft content with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2"/>
          <p:cNvSpPr>
            <a:spLocks noGrp="1"/>
          </p:cNvSpPr>
          <p:nvPr>
            <p:ph type="chart" sz="quarter" idx="13"/>
          </p:nvPr>
        </p:nvSpPr>
        <p:spPr>
          <a:xfrm>
            <a:off x="6510866" y="1814623"/>
            <a:ext cx="5386918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343F201-1A36-A846-B8E1-9BDB2456AB9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7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>
              <a:buNone/>
              <a:defRPr sz="2666" b="1"/>
            </a:lvl2pPr>
            <a:lvl3pPr marL="1219091" indent="0">
              <a:buNone/>
              <a:defRPr sz="2400" b="1"/>
            </a:lvl3pPr>
            <a:lvl4pPr marL="1828636" indent="0">
              <a:buNone/>
              <a:defRPr sz="2134" b="1"/>
            </a:lvl4pPr>
            <a:lvl5pPr marL="2438182" indent="0">
              <a:buNone/>
              <a:defRPr sz="2134" b="1"/>
            </a:lvl5pPr>
            <a:lvl6pPr marL="3047726" indent="0">
              <a:buNone/>
              <a:defRPr sz="2134" b="1"/>
            </a:lvl6pPr>
            <a:lvl7pPr marL="3657271" indent="0">
              <a:buNone/>
              <a:defRPr sz="2134" b="1"/>
            </a:lvl7pPr>
            <a:lvl8pPr marL="4266815" indent="0">
              <a:buNone/>
              <a:defRPr sz="2134" b="1"/>
            </a:lvl8pPr>
            <a:lvl9pPr marL="4876361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D33AAB0-4379-6548-B197-7B4EE7A4E1A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0963" y="1814623"/>
            <a:ext cx="5386918" cy="42009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4BA434-82F6-CA4D-A903-D2A7F4D1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9A73125-8B3B-884E-B775-5CCB4F8AA0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FB5329-9842-8C41-A01E-F5C2974322E9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8F962A8-1AA5-4497-9DA2-652393AE65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4290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able Placeholder 2"/>
          <p:cNvSpPr>
            <a:spLocks noGrp="1"/>
          </p:cNvSpPr>
          <p:nvPr>
            <p:ph type="tbl" sz="quarter" idx="11"/>
          </p:nvPr>
        </p:nvSpPr>
        <p:spPr>
          <a:xfrm>
            <a:off x="674147" y="1814623"/>
            <a:ext cx="1090108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E92BF83-4408-3544-9CE2-F49CC1E3C39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5" y="608448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>
              <a:buNone/>
              <a:defRPr sz="2666" b="1"/>
            </a:lvl2pPr>
            <a:lvl3pPr marL="1219091" indent="0">
              <a:buNone/>
              <a:defRPr sz="2400" b="1"/>
            </a:lvl3pPr>
            <a:lvl4pPr marL="1828636" indent="0">
              <a:buNone/>
              <a:defRPr sz="2134" b="1"/>
            </a:lvl4pPr>
            <a:lvl5pPr marL="2438182" indent="0">
              <a:buNone/>
              <a:defRPr sz="2134" b="1"/>
            </a:lvl5pPr>
            <a:lvl6pPr marL="3047726" indent="0">
              <a:buNone/>
              <a:defRPr sz="2134" b="1"/>
            </a:lvl6pPr>
            <a:lvl7pPr marL="3657271" indent="0">
              <a:buNone/>
              <a:defRPr sz="2134" b="1"/>
            </a:lvl7pPr>
            <a:lvl8pPr marL="4266815" indent="0">
              <a:buNone/>
              <a:defRPr sz="2134" b="1"/>
            </a:lvl8pPr>
            <a:lvl9pPr marL="4876361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C7764A3-2202-3E4B-915A-C8744FD58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FA519D7-9E24-3746-AE1B-E258D1DF60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9AA64E-1FE4-DC40-8B34-C98CECB865C0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11BC2B-5AD9-4B48-8BFE-FEA12E59C8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8287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Quote_no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D73D82D-49C0-9248-AC68-5DD5FFEC5F89}"/>
              </a:ext>
            </a:extLst>
          </p:cNvPr>
          <p:cNvSpPr/>
          <p:nvPr userDrawn="1"/>
        </p:nvSpPr>
        <p:spPr>
          <a:xfrm>
            <a:off x="0" y="1693249"/>
            <a:ext cx="2129536" cy="13953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pic>
        <p:nvPicPr>
          <p:cNvPr id="5" name="Picture 4" descr="Shape, icon&#10;&#10;Description automatically generated">
            <a:extLst>
              <a:ext uri="{FF2B5EF4-FFF2-40B4-BE49-F238E27FC236}">
                <a16:creationId xmlns:a16="http://schemas.microsoft.com/office/drawing/2014/main" id="{7D12A783-6C63-A94B-9BB2-5546CA8B74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8248" y="1296175"/>
            <a:ext cx="1342475" cy="1032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D7C50F-E073-FB46-8CD2-D273CE1B39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204" y="2555763"/>
            <a:ext cx="10037233" cy="1869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393" indent="0">
              <a:buNone/>
              <a:defRPr sz="2134">
                <a:solidFill>
                  <a:schemeClr val="bg1"/>
                </a:solidFill>
              </a:defRPr>
            </a:lvl2pPr>
            <a:lvl3pPr marL="846592" indent="0">
              <a:buNone/>
              <a:defRPr sz="2134">
                <a:solidFill>
                  <a:schemeClr val="bg1"/>
                </a:solidFill>
              </a:defRPr>
            </a:lvl3pPr>
            <a:lvl4pPr marL="1145014" indent="0">
              <a:buNone/>
              <a:defRPr sz="2134">
                <a:solidFill>
                  <a:schemeClr val="bg1"/>
                </a:solidFill>
              </a:defRPr>
            </a:lvl4pPr>
            <a:lvl5pPr marL="2438182" indent="0">
              <a:buNone/>
              <a:defRPr sz="2134">
                <a:solidFill>
                  <a:schemeClr val="bg1"/>
                </a:solidFill>
              </a:defRPr>
            </a:lvl5pPr>
          </a:lstStyle>
          <a:p>
            <a:r>
              <a:rPr lang="en-US"/>
              <a:t>Quote goes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</a:t>
            </a:r>
            <a:r>
              <a:rPr lang="en-US" err="1"/>
              <a:t>dapibus</a:t>
            </a:r>
            <a:r>
              <a:rPr lang="en-US"/>
              <a:t>,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Bibendum </a:t>
            </a:r>
            <a:r>
              <a:rPr lang="en-US" err="1"/>
              <a:t>luctus</a:t>
            </a:r>
            <a:r>
              <a:rPr lang="en-US"/>
              <a:t>,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, in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. Sed et </a:t>
            </a:r>
            <a:r>
              <a:rPr lang="en-US" err="1"/>
              <a:t>malesuada</a:t>
            </a:r>
            <a:r>
              <a:rPr lang="en-US"/>
              <a:t> lorem. Maecenas </a:t>
            </a:r>
            <a:r>
              <a:rPr lang="en-US" err="1"/>
              <a:t>viverra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,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placarat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Sed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lugla</a:t>
            </a:r>
            <a:r>
              <a:rPr lang="en-US"/>
              <a:t>, </a:t>
            </a:r>
            <a:r>
              <a:rPr lang="en-US" err="1"/>
              <a:t>phaetra</a:t>
            </a:r>
            <a:r>
              <a:rPr lang="en-US"/>
              <a:t> ac </a:t>
            </a:r>
            <a:r>
              <a:rPr lang="en-US" err="1"/>
              <a:t>tortor</a:t>
            </a:r>
            <a:r>
              <a:rPr lang="en-US"/>
              <a:t>.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809BECD-E88D-6547-8F17-B43EE062B9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204" y="4772295"/>
            <a:ext cx="10037233" cy="73817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1600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393" indent="0">
              <a:buNone/>
              <a:defRPr sz="2134">
                <a:solidFill>
                  <a:schemeClr val="bg1"/>
                </a:solidFill>
              </a:defRPr>
            </a:lvl2pPr>
            <a:lvl3pPr marL="846592" indent="0">
              <a:buNone/>
              <a:defRPr sz="2134">
                <a:solidFill>
                  <a:schemeClr val="bg1"/>
                </a:solidFill>
              </a:defRPr>
            </a:lvl3pPr>
            <a:lvl4pPr marL="1145014" indent="0">
              <a:buNone/>
              <a:defRPr sz="2134">
                <a:solidFill>
                  <a:schemeClr val="bg1"/>
                </a:solidFill>
              </a:defRPr>
            </a:lvl4pPr>
            <a:lvl5pPr marL="2438182" indent="0">
              <a:buNone/>
              <a:defRPr sz="2134">
                <a:solidFill>
                  <a:schemeClr val="bg1"/>
                </a:solidFill>
              </a:defRPr>
            </a:lvl5pPr>
          </a:lstStyle>
          <a:p>
            <a:r>
              <a:rPr lang="en-US"/>
              <a:t>– NAME GOES HERE</a:t>
            </a:r>
          </a:p>
          <a:p>
            <a:r>
              <a:rPr lang="en-US"/>
              <a:t>	Title goes 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07D70A-BDB6-C448-96FF-EBA7C8FDD630}"/>
              </a:ext>
            </a:extLst>
          </p:cNvPr>
          <p:cNvSpPr/>
          <p:nvPr userDrawn="1"/>
        </p:nvSpPr>
        <p:spPr>
          <a:xfrm>
            <a:off x="11460480" y="4861544"/>
            <a:ext cx="731520" cy="5084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64A3BC-4588-0141-9E0C-0583BCBD26DF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25" name="Picture 2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31874F4-E6F7-4C31-928A-91C29C8A6B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80904" y="6364121"/>
            <a:ext cx="1179576" cy="32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08026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estions/Thank yo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2192" y="3"/>
            <a:ext cx="11567621" cy="6624176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64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636B29-E45E-3344-86C8-EB4250C6DF27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30AD97-393F-4D1D-83C8-F75F66A2EE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48538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_no log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9" y="1800450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5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9" y="836430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>
              <a:buNone/>
              <a:defRPr sz="2667" b="1"/>
            </a:lvl2pPr>
            <a:lvl3pPr marL="1219060" indent="0">
              <a:buNone/>
              <a:defRPr sz="2400" b="1"/>
            </a:lvl3pPr>
            <a:lvl4pPr marL="1828590" indent="0">
              <a:buNone/>
              <a:defRPr sz="2135" b="1"/>
            </a:lvl4pPr>
            <a:lvl5pPr marL="2438122" indent="0">
              <a:buNone/>
              <a:defRPr sz="2135" b="1"/>
            </a:lvl5pPr>
            <a:lvl6pPr marL="3047650" indent="0">
              <a:buNone/>
              <a:defRPr sz="2135" b="1"/>
            </a:lvl6pPr>
            <a:lvl7pPr marL="3657179" indent="0">
              <a:buNone/>
              <a:defRPr sz="2135" b="1"/>
            </a:lvl7pPr>
            <a:lvl8pPr marL="4266708" indent="0">
              <a:buNone/>
              <a:defRPr sz="2135" b="1"/>
            </a:lvl8pPr>
            <a:lvl9pPr marL="4876239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61E85-8EB6-7841-9141-61560607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1D12231-8D53-CA41-859D-48FB78CE12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9" y="6021919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E8CEA8-317D-5841-A5D2-D2063E540E17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44FFA1-32F9-4943-87A0-FE958E30A0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79534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blue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D47FE74-0BF5-364C-9101-1552F245F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1BF5CB6-A830-574D-BEB1-E69B0F47A79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9" y="836430"/>
            <a:ext cx="11368847" cy="6413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>
              <a:buNone/>
              <a:defRPr sz="2667" b="1"/>
            </a:lvl2pPr>
            <a:lvl3pPr marL="1219060" indent="0">
              <a:buNone/>
              <a:defRPr sz="2400" b="1"/>
            </a:lvl3pPr>
            <a:lvl4pPr marL="1828590" indent="0">
              <a:buNone/>
              <a:defRPr sz="2135" b="1"/>
            </a:lvl4pPr>
            <a:lvl5pPr marL="2438122" indent="0">
              <a:buNone/>
              <a:defRPr sz="2135" b="1"/>
            </a:lvl5pPr>
            <a:lvl6pPr marL="3047650" indent="0">
              <a:buNone/>
              <a:defRPr sz="2135" b="1"/>
            </a:lvl6pPr>
            <a:lvl7pPr marL="3657179" indent="0">
              <a:buNone/>
              <a:defRPr sz="2135" b="1"/>
            </a:lvl7pPr>
            <a:lvl8pPr marL="4266708" indent="0">
              <a:buNone/>
              <a:defRPr sz="2135" b="1"/>
            </a:lvl8pPr>
            <a:lvl9pPr marL="4876239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758A1DA-7C58-9941-9702-3A27795C8C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9" y="6021919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0CAC21-747C-A74C-9CFC-51ECE0AD3957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2" name="Picture 1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4F31451-E45F-4EB7-BFD4-CE2B16C4B8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80904" y="6364121"/>
            <a:ext cx="1179576" cy="32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64859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blue backgrou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6259A36-C74D-2B44-A03D-507592E94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6" y="233824"/>
            <a:ext cx="11368847" cy="824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EF71BC-EF75-DD49-A80A-1CF56F92772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9" y="836430"/>
            <a:ext cx="11368847" cy="6413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>
              <a:buNone/>
              <a:defRPr sz="2667" b="1"/>
            </a:lvl2pPr>
            <a:lvl3pPr marL="1219060" indent="0">
              <a:buNone/>
              <a:defRPr sz="2400" b="1"/>
            </a:lvl3pPr>
            <a:lvl4pPr marL="1828590" indent="0">
              <a:buNone/>
              <a:defRPr sz="2135" b="1"/>
            </a:lvl4pPr>
            <a:lvl5pPr marL="2438122" indent="0">
              <a:buNone/>
              <a:defRPr sz="2135" b="1"/>
            </a:lvl5pPr>
            <a:lvl6pPr marL="3047650" indent="0">
              <a:buNone/>
              <a:defRPr sz="2135" b="1"/>
            </a:lvl6pPr>
            <a:lvl7pPr marL="3657179" indent="0">
              <a:buNone/>
              <a:defRPr sz="2135" b="1"/>
            </a:lvl7pPr>
            <a:lvl8pPr marL="4266708" indent="0">
              <a:buNone/>
              <a:defRPr sz="2135" b="1"/>
            </a:lvl8pPr>
            <a:lvl9pPr marL="4876239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A6E8E7-9409-1F4E-9DC4-766EF70818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9" y="6021919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E275E5-9B36-064C-BD19-A43595CA7CE3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6" name="Picture 1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4E5593-85DC-4D4F-B3F0-ECBAAB6F9E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80904" y="6364121"/>
            <a:ext cx="1179576" cy="32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4105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_no log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7" y="1800449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7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>
              <a:buNone/>
              <a:defRPr sz="2666" b="1"/>
            </a:lvl2pPr>
            <a:lvl3pPr marL="1219091" indent="0">
              <a:buNone/>
              <a:defRPr sz="2400" b="1"/>
            </a:lvl3pPr>
            <a:lvl4pPr marL="1828636" indent="0">
              <a:buNone/>
              <a:defRPr sz="2134" b="1"/>
            </a:lvl4pPr>
            <a:lvl5pPr marL="2438182" indent="0">
              <a:buNone/>
              <a:defRPr sz="2134" b="1"/>
            </a:lvl5pPr>
            <a:lvl6pPr marL="3047726" indent="0">
              <a:buNone/>
              <a:defRPr sz="2134" b="1"/>
            </a:lvl6pPr>
            <a:lvl7pPr marL="3657271" indent="0">
              <a:buNone/>
              <a:defRPr sz="2134" b="1"/>
            </a:lvl7pPr>
            <a:lvl8pPr marL="4266815" indent="0">
              <a:buNone/>
              <a:defRPr sz="2134" b="1"/>
            </a:lvl8pPr>
            <a:lvl9pPr marL="4876361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61E85-8EB6-7841-9141-61560607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1D12231-8D53-CA41-859D-48FB78CE12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E8CEA8-317D-5841-A5D2-D2063E540E17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44FFA1-32F9-4943-87A0-FE958E30A0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78180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blue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D47FE74-0BF5-364C-9101-1552F245F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1BF5CB6-A830-574D-BEB1-E69B0F47A79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7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>
              <a:buNone/>
              <a:defRPr sz="2666" b="1"/>
            </a:lvl2pPr>
            <a:lvl3pPr marL="1219091" indent="0">
              <a:buNone/>
              <a:defRPr sz="2400" b="1"/>
            </a:lvl3pPr>
            <a:lvl4pPr marL="1828636" indent="0">
              <a:buNone/>
              <a:defRPr sz="2134" b="1"/>
            </a:lvl4pPr>
            <a:lvl5pPr marL="2438182" indent="0">
              <a:buNone/>
              <a:defRPr sz="2134" b="1"/>
            </a:lvl5pPr>
            <a:lvl6pPr marL="3047726" indent="0">
              <a:buNone/>
              <a:defRPr sz="2134" b="1"/>
            </a:lvl6pPr>
            <a:lvl7pPr marL="3657271" indent="0">
              <a:buNone/>
              <a:defRPr sz="2134" b="1"/>
            </a:lvl7pPr>
            <a:lvl8pPr marL="4266815" indent="0">
              <a:buNone/>
              <a:defRPr sz="2134" b="1"/>
            </a:lvl8pPr>
            <a:lvl9pPr marL="4876361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758A1DA-7C58-9941-9702-3A27795C8C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0CAC21-747C-A74C-9CFC-51ECE0AD3957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2" name="Picture 1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4F31451-E45F-4EB7-BFD4-CE2B16C4B8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80904" y="6364121"/>
            <a:ext cx="1179576" cy="32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39133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blue backgrou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6259A36-C74D-2B44-A03D-507592E94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5" y="233824"/>
            <a:ext cx="11368847" cy="824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EF71BC-EF75-DD49-A80A-1CF56F92772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7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>
              <a:buNone/>
              <a:defRPr sz="2666" b="1"/>
            </a:lvl2pPr>
            <a:lvl3pPr marL="1219091" indent="0">
              <a:buNone/>
              <a:defRPr sz="2400" b="1"/>
            </a:lvl3pPr>
            <a:lvl4pPr marL="1828636" indent="0">
              <a:buNone/>
              <a:defRPr sz="2134" b="1"/>
            </a:lvl4pPr>
            <a:lvl5pPr marL="2438182" indent="0">
              <a:buNone/>
              <a:defRPr sz="2134" b="1"/>
            </a:lvl5pPr>
            <a:lvl6pPr marL="3047726" indent="0">
              <a:buNone/>
              <a:defRPr sz="2134" b="1"/>
            </a:lvl6pPr>
            <a:lvl7pPr marL="3657271" indent="0">
              <a:buNone/>
              <a:defRPr sz="2134" b="1"/>
            </a:lvl7pPr>
            <a:lvl8pPr marL="4266815" indent="0">
              <a:buNone/>
              <a:defRPr sz="2134" b="1"/>
            </a:lvl8pPr>
            <a:lvl9pPr marL="4876361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A6E8E7-9409-1F4E-9DC4-766EF70818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E275E5-9B36-064C-BD19-A43595CA7CE3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6" name="Picture 1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4E5593-85DC-4D4F-B3F0-ECBAAB6F9E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80904" y="6364121"/>
            <a:ext cx="1179576" cy="32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922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4283969-5420-6C40-8DCB-D5989E0DD9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75670" y="2567520"/>
            <a:ext cx="3640667" cy="9990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CC8E4B8-3F20-DA44-ABE5-85D08E42E6C7}"/>
              </a:ext>
            </a:extLst>
          </p:cNvPr>
          <p:cNvSpPr/>
          <p:nvPr userDrawn="1"/>
        </p:nvSpPr>
        <p:spPr>
          <a:xfrm>
            <a:off x="4275670" y="3912183"/>
            <a:ext cx="3640667" cy="1039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72A761-FA98-694A-A260-F048853BF211}"/>
              </a:ext>
            </a:extLst>
          </p:cNvPr>
          <p:cNvSpPr/>
          <p:nvPr userDrawn="1"/>
        </p:nvSpPr>
        <p:spPr>
          <a:xfrm>
            <a:off x="243843" y="6249121"/>
            <a:ext cx="11717867" cy="400110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r>
              <a:rPr lang="en-US" sz="1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© 2022 Definity Insurance Company. Intellectual property belongs to Definity Insurance Company and/or its affiliates. Definity or Definity Insurance includes the following companies: </a:t>
            </a:r>
          </a:p>
          <a:p>
            <a:pPr algn="ctr"/>
            <a:r>
              <a:rPr lang="en-US" sz="1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Definity Insurance Company, Petline Insurance Company, Sonnet Insurance Company and Family Insurance Solutions Inc.  </a:t>
            </a:r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051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4283969-5420-6C40-8DCB-D5989E0DD9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75670" y="2567520"/>
            <a:ext cx="3640667" cy="9990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D68AAC-D8AD-8E43-A2D6-6D3EEBCFD439}"/>
              </a:ext>
            </a:extLst>
          </p:cNvPr>
          <p:cNvSpPr/>
          <p:nvPr userDrawn="1"/>
        </p:nvSpPr>
        <p:spPr>
          <a:xfrm>
            <a:off x="4275670" y="3912183"/>
            <a:ext cx="3640667" cy="1039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6B56CA-2349-9E4C-AC50-A1A77C811CF7}"/>
              </a:ext>
            </a:extLst>
          </p:cNvPr>
          <p:cNvSpPr/>
          <p:nvPr userDrawn="1"/>
        </p:nvSpPr>
        <p:spPr>
          <a:xfrm>
            <a:off x="243843" y="6249121"/>
            <a:ext cx="11717867" cy="400110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r>
              <a:rPr lang="en-US" sz="1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© 2022 Definity Insurance Company. Intellectual property belongs to Definity Insurance Company and/or its affiliates. Definity or Definity Insurance includes the following companies: </a:t>
            </a:r>
          </a:p>
          <a:p>
            <a:pPr algn="ctr"/>
            <a:r>
              <a:rPr lang="en-US" sz="1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Definity Insurance Company, Petline Insurance Company, Sonnet Insurance Company and Family Insurance Solutions Inc.  </a:t>
            </a:r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896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3ACCA-F839-4AB8-A1A8-BFCFA6049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3305"/>
            <a:ext cx="9144000" cy="184665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E4F735-645A-43B0-846E-DE4B78FCE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F2816-318C-4482-A41F-182AB626F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BEF56-FBC3-40A1-9DDE-FF3D1740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88AEC-5713-4266-B7DB-0D7B7BC79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56496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SE THIS O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9" y="836434"/>
            <a:ext cx="11261931" cy="56524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sz="1800" dirty="0">
                <a:solidFill>
                  <a:srgbClr val="003358"/>
                </a:solidFill>
                <a:latin typeface="Arial" panose="020B0604020202020204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9E675885-A4C6-D54E-BE73-CE97C7B16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6" y="395287"/>
            <a:ext cx="11261934" cy="441147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kumimoji="0" lang="en-US" sz="2800" u="none" strike="noStrike" spc="0" normalizeH="0" dirty="0">
                <a:ln>
                  <a:noFill/>
                </a:ln>
                <a:solidFill>
                  <a:srgbClr val="007DB3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88D8F3-15E1-274E-8517-6A3D625D7213}"/>
              </a:ext>
            </a:extLst>
          </p:cNvPr>
          <p:cNvSpPr txBox="1"/>
          <p:nvPr userDrawn="1"/>
        </p:nvSpPr>
        <p:spPr>
          <a:xfrm>
            <a:off x="11008247" y="1"/>
            <a:ext cx="11837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sz="800">
                <a:solidFill>
                  <a:schemeClr val="tx2"/>
                </a:solidFill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795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7" y="1800449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7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>
              <a:buNone/>
              <a:defRPr sz="2666" b="1"/>
            </a:lvl2pPr>
            <a:lvl3pPr marL="1219091" indent="0">
              <a:buNone/>
              <a:defRPr sz="2400" b="1"/>
            </a:lvl3pPr>
            <a:lvl4pPr marL="1828636" indent="0">
              <a:buNone/>
              <a:defRPr sz="2134" b="1"/>
            </a:lvl4pPr>
            <a:lvl5pPr marL="2438182" indent="0">
              <a:buNone/>
              <a:defRPr sz="2134" b="1"/>
            </a:lvl5pPr>
            <a:lvl6pPr marL="3047726" indent="0">
              <a:buNone/>
              <a:defRPr sz="2134" b="1"/>
            </a:lvl6pPr>
            <a:lvl7pPr marL="3657271" indent="0">
              <a:buNone/>
              <a:defRPr sz="2134" b="1"/>
            </a:lvl7pPr>
            <a:lvl8pPr marL="4266815" indent="0">
              <a:buNone/>
              <a:defRPr sz="2134" b="1"/>
            </a:lvl8pPr>
            <a:lvl9pPr marL="4876361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9E675885-A4C6-D54E-BE73-CE97C7B1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EBCAC59-8339-0B4C-A751-69CCB78EC8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45B1E9-155A-5B46-8B20-21551664F4B4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A7A164A-90D2-4C71-A348-EC629DEFCE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4325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_M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64" y="4132100"/>
            <a:ext cx="11170072" cy="11748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0964" y="1254799"/>
            <a:ext cx="11170072" cy="28772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F536E9C-3298-444F-9CD3-C7887F4881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4" y="515772"/>
            <a:ext cx="1645636" cy="4515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187A82-276C-5C42-A57D-AB76390758EE}"/>
              </a:ext>
            </a:extLst>
          </p:cNvPr>
          <p:cNvSpPr/>
          <p:nvPr userDrawn="1"/>
        </p:nvSpPr>
        <p:spPr>
          <a:xfrm>
            <a:off x="665174" y="1141463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8BC8AC-B5E6-6649-8047-ED45AE5B307A}"/>
              </a:ext>
            </a:extLst>
          </p:cNvPr>
          <p:cNvSpPr/>
          <p:nvPr userDrawn="1"/>
        </p:nvSpPr>
        <p:spPr>
          <a:xfrm>
            <a:off x="10300138" y="5588152"/>
            <a:ext cx="1891863" cy="1269849"/>
          </a:xfrm>
          <a:prstGeom prst="rect">
            <a:avLst/>
          </a:prstGeom>
          <a:solidFill>
            <a:schemeClr val="accent2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F2559-5D77-CA42-84F8-F4A65B9FB159}"/>
              </a:ext>
            </a:extLst>
          </p:cNvPr>
          <p:cNvSpPr/>
          <p:nvPr userDrawn="1"/>
        </p:nvSpPr>
        <p:spPr>
          <a:xfrm>
            <a:off x="11681037" y="5306929"/>
            <a:ext cx="510964" cy="592545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BB8661-75D0-BF4F-B66A-3B41BE63B748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705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_D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3BE44429-E125-FD48-B307-C8F635B52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964" y="4132100"/>
            <a:ext cx="11170072" cy="17031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F099FA-C3C5-5747-87DC-6B9F04B452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4" y="1254799"/>
            <a:ext cx="11170072" cy="28772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7" name="Picture 1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CC94E5-6F89-0A40-95FE-5CAF9D7C06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4" y="515772"/>
            <a:ext cx="1645636" cy="45159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8E38DC-713C-E54E-BAEA-DF304D022F53}"/>
              </a:ext>
            </a:extLst>
          </p:cNvPr>
          <p:cNvSpPr/>
          <p:nvPr userDrawn="1"/>
        </p:nvSpPr>
        <p:spPr>
          <a:xfrm>
            <a:off x="665174" y="1141463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99DD17-3F60-F44E-8CC2-A7B6112A776B}"/>
              </a:ext>
            </a:extLst>
          </p:cNvPr>
          <p:cNvSpPr/>
          <p:nvPr userDrawn="1"/>
        </p:nvSpPr>
        <p:spPr>
          <a:xfrm>
            <a:off x="10300138" y="5588152"/>
            <a:ext cx="1891863" cy="1269849"/>
          </a:xfrm>
          <a:prstGeom prst="rect">
            <a:avLst/>
          </a:prstGeom>
          <a:solidFill>
            <a:schemeClr val="accent1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F5E3CF-0A09-244E-97B2-2CC04B5E05BA}"/>
              </a:ext>
            </a:extLst>
          </p:cNvPr>
          <p:cNvSpPr/>
          <p:nvPr userDrawn="1"/>
        </p:nvSpPr>
        <p:spPr>
          <a:xfrm>
            <a:off x="11681037" y="5306929"/>
            <a:ext cx="510964" cy="592545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FBAC82-E6AB-FA44-A043-41C8D0349E6B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79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- no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1D6D8D54-1243-9E40-AD27-8A6A9C29B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00" y="4538547"/>
            <a:ext cx="8839200" cy="6430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852B2AA-608D-444B-8C06-31AA4AAD24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4" y="1733552"/>
            <a:ext cx="9280736" cy="2588960"/>
          </a:xfrm>
          <a:prstGeom prst="rect">
            <a:avLst/>
          </a:prstGeom>
          <a:solidFill>
            <a:schemeClr val="accent1"/>
          </a:solidFill>
        </p:spPr>
        <p:txBody>
          <a:bodyPr lIns="457200" anchor="ctr">
            <a:noAutofit/>
          </a:bodyPr>
          <a:lstStyle>
            <a:lvl1pPr algn="l">
              <a:lnSpc>
                <a:spcPct val="80000"/>
              </a:lnSpc>
              <a:defRPr sz="5333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05EE06-F696-3942-8E0F-353CA77A97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0537DE-361B-432B-BCEC-8BCFC8C502C0}"/>
              </a:ext>
            </a:extLst>
          </p:cNvPr>
          <p:cNvSpPr txBox="1"/>
          <p:nvPr userDrawn="1"/>
        </p:nvSpPr>
        <p:spPr>
          <a:xfrm>
            <a:off x="10991273" y="0"/>
            <a:ext cx="1200727" cy="203200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42016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3" y="1800447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3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BA2D06-52C7-AA4D-A409-4E02CF2E3C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9E675885-A4C6-D54E-BE73-CE97C7B1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EBCAC59-8339-0B4C-A751-69CCB78EC8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1608463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4" y="1814624"/>
            <a:ext cx="11368845" cy="4206947"/>
          </a:xfrm>
          <a:prstGeom prst="rect">
            <a:avLst/>
          </a:prstGeom>
        </p:spPr>
        <p:txBody>
          <a:bodyPr>
            <a:normAutofit/>
          </a:bodyPr>
          <a:lstStyle>
            <a:lvl1pPr marL="232828" indent="-232828">
              <a:spcBef>
                <a:spcPts val="41"/>
              </a:spcBef>
              <a:buClr>
                <a:srgbClr val="007DB3"/>
              </a:buClr>
              <a:buFont typeface="Arial" panose="020B0604020202020204" pitchFamily="34" charset="0"/>
              <a:buChar char="•"/>
              <a:tabLst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11702" indent="-230712">
              <a:spcBef>
                <a:spcPts val="41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133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7205" indent="-232828">
              <a:spcBef>
                <a:spcPts val="41"/>
              </a:spcBef>
              <a:buFont typeface="Arial" panose="020B0604020202020204" pitchFamily="34" charset="0"/>
              <a:buChar char="•"/>
              <a:tabLst/>
              <a:defRPr sz="2133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indent="-609585">
              <a:spcBef>
                <a:spcPts val="41"/>
              </a:spcBef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indent="-609585">
              <a:spcBef>
                <a:spcPts val="41"/>
              </a:spcBef>
              <a:defRPr sz="240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E0200FB-8662-FB42-8B76-7A6BBD6CBBC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CA13BB-83C7-F24A-BDEA-A8D0C583F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D296A31-A7F7-D84E-B2E6-9E920F91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B0C24-5E7B-0B43-A5E4-B22F6A4BA5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BAD749-16FD-40C6-8130-2810ED9DFB0F}"/>
              </a:ext>
            </a:extLst>
          </p:cNvPr>
          <p:cNvSpPr txBox="1"/>
          <p:nvPr userDrawn="1"/>
        </p:nvSpPr>
        <p:spPr>
          <a:xfrm>
            <a:off x="10991273" y="0"/>
            <a:ext cx="1200727" cy="203200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229349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eft content with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510964" y="1814624"/>
            <a:ext cx="5386917" cy="42009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0"/>
          <p:cNvSpPr>
            <a:spLocks noGrp="1"/>
          </p:cNvSpPr>
          <p:nvPr>
            <p:ph type="pic" sz="quarter" idx="12"/>
          </p:nvPr>
        </p:nvSpPr>
        <p:spPr>
          <a:xfrm>
            <a:off x="6510867" y="1820592"/>
            <a:ext cx="536894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3F0855D-D27E-D044-9507-0386DFB277A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5D503F-226A-E046-85A4-0B7066EB70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2570FEE-E9EA-444C-9557-98BDCCA4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B9DCEF9-A06A-6546-B194-1033E64EA2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A39E58-D3B6-43D3-9B14-AD15DD6A91B3}"/>
              </a:ext>
            </a:extLst>
          </p:cNvPr>
          <p:cNvSpPr txBox="1"/>
          <p:nvPr userDrawn="1"/>
        </p:nvSpPr>
        <p:spPr>
          <a:xfrm>
            <a:off x="10991273" y="0"/>
            <a:ext cx="1200727" cy="203200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9771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eft content with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2"/>
          <p:cNvSpPr>
            <a:spLocks noGrp="1"/>
          </p:cNvSpPr>
          <p:nvPr>
            <p:ph type="chart" sz="quarter" idx="13"/>
          </p:nvPr>
        </p:nvSpPr>
        <p:spPr>
          <a:xfrm>
            <a:off x="6510867" y="1814624"/>
            <a:ext cx="5386917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343F201-1A36-A846-B8E1-9BDB2456AB9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D33AAB0-4379-6548-B197-7B4EE7A4E1A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0964" y="1814624"/>
            <a:ext cx="5386917" cy="42009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DF6584-46FC-E844-9A19-EB5D77C708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B4BA434-82F6-CA4D-A903-D2A7F4D1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9A73125-8B3B-884E-B775-5CCB4F8AA0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792DB5-EC7D-024A-81C4-7AEDC40E18D1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04374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able Placeholder 2"/>
          <p:cNvSpPr>
            <a:spLocks noGrp="1"/>
          </p:cNvSpPr>
          <p:nvPr>
            <p:ph type="tbl" sz="quarter" idx="11"/>
          </p:nvPr>
        </p:nvSpPr>
        <p:spPr>
          <a:xfrm>
            <a:off x="674145" y="1814624"/>
            <a:ext cx="1090108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E92BF83-4408-3544-9CE2-F49CC1E3C39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AB2067-0E17-6145-A49C-41F7D4BA69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764A3-2202-3E4B-915A-C8744FD58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FA519D7-9E24-3746-AE1B-E258D1DF60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F9473A-B297-DD66-09DB-927BBC9753F0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981494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Quote_no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D73D82D-49C0-9248-AC68-5DD5FFEC5F89}"/>
              </a:ext>
            </a:extLst>
          </p:cNvPr>
          <p:cNvSpPr/>
          <p:nvPr userDrawn="1"/>
        </p:nvSpPr>
        <p:spPr>
          <a:xfrm>
            <a:off x="0" y="1693250"/>
            <a:ext cx="2129536" cy="13953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Shape, icon&#10;&#10;Description automatically generated">
            <a:extLst>
              <a:ext uri="{FF2B5EF4-FFF2-40B4-BE49-F238E27FC236}">
                <a16:creationId xmlns:a16="http://schemas.microsoft.com/office/drawing/2014/main" id="{7D12A783-6C63-A94B-9BB2-5546CA8B74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8245" y="1296175"/>
            <a:ext cx="1342475" cy="1032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D7C50F-E073-FB46-8CD2-D273CE1B39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201" y="2555760"/>
            <a:ext cx="10037233" cy="1869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422" indent="0">
              <a:buNone/>
              <a:defRPr sz="2133">
                <a:solidFill>
                  <a:schemeClr val="bg1"/>
                </a:solidFill>
              </a:defRPr>
            </a:lvl2pPr>
            <a:lvl3pPr marL="846646" indent="0">
              <a:buNone/>
              <a:defRPr sz="2133">
                <a:solidFill>
                  <a:schemeClr val="bg1"/>
                </a:solidFill>
              </a:defRPr>
            </a:lvl3pPr>
            <a:lvl4pPr marL="1145087" indent="0">
              <a:buNone/>
              <a:defRPr sz="2133">
                <a:solidFill>
                  <a:schemeClr val="bg1"/>
                </a:solidFill>
              </a:defRPr>
            </a:lvl4pPr>
            <a:lvl5pPr marL="2438339" indent="0">
              <a:buNone/>
              <a:defRPr sz="2133">
                <a:solidFill>
                  <a:schemeClr val="bg1"/>
                </a:solidFill>
              </a:defRPr>
            </a:lvl5pPr>
          </a:lstStyle>
          <a:p>
            <a:r>
              <a:rPr lang="en-US"/>
              <a:t>Quote goes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</a:t>
            </a:r>
            <a:r>
              <a:rPr lang="en-US" err="1"/>
              <a:t>dapibus</a:t>
            </a:r>
            <a:r>
              <a:rPr lang="en-US"/>
              <a:t>,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Bibendum </a:t>
            </a:r>
            <a:r>
              <a:rPr lang="en-US" err="1"/>
              <a:t>luctus</a:t>
            </a:r>
            <a:r>
              <a:rPr lang="en-US"/>
              <a:t>,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, in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. Sed et </a:t>
            </a:r>
            <a:r>
              <a:rPr lang="en-US" err="1"/>
              <a:t>malesuada</a:t>
            </a:r>
            <a:r>
              <a:rPr lang="en-US"/>
              <a:t> lorem. Maecenas </a:t>
            </a:r>
            <a:r>
              <a:rPr lang="en-US" err="1"/>
              <a:t>viverra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,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placarat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Sed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lugla</a:t>
            </a:r>
            <a:r>
              <a:rPr lang="en-US"/>
              <a:t>, </a:t>
            </a:r>
            <a:r>
              <a:rPr lang="en-US" err="1"/>
              <a:t>phaetra</a:t>
            </a:r>
            <a:r>
              <a:rPr lang="en-US"/>
              <a:t> ac </a:t>
            </a:r>
            <a:r>
              <a:rPr lang="en-US" err="1"/>
              <a:t>tortor</a:t>
            </a:r>
            <a:r>
              <a:rPr lang="en-US"/>
              <a:t>.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809BECD-E88D-6547-8F17-B43EE062B9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201" y="4772295"/>
            <a:ext cx="10037233" cy="73817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1600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422" indent="0">
              <a:buNone/>
              <a:defRPr sz="2133">
                <a:solidFill>
                  <a:schemeClr val="bg1"/>
                </a:solidFill>
              </a:defRPr>
            </a:lvl2pPr>
            <a:lvl3pPr marL="846646" indent="0">
              <a:buNone/>
              <a:defRPr sz="2133">
                <a:solidFill>
                  <a:schemeClr val="bg1"/>
                </a:solidFill>
              </a:defRPr>
            </a:lvl3pPr>
            <a:lvl4pPr marL="1145087" indent="0">
              <a:buNone/>
              <a:defRPr sz="2133">
                <a:solidFill>
                  <a:schemeClr val="bg1"/>
                </a:solidFill>
              </a:defRPr>
            </a:lvl4pPr>
            <a:lvl5pPr marL="2438339" indent="0">
              <a:buNone/>
              <a:defRPr sz="2133">
                <a:solidFill>
                  <a:schemeClr val="bg1"/>
                </a:solidFill>
              </a:defRPr>
            </a:lvl5pPr>
          </a:lstStyle>
          <a:p>
            <a:r>
              <a:rPr lang="en-US"/>
              <a:t>– NAME GOES HERE</a:t>
            </a:r>
          </a:p>
          <a:p>
            <a:r>
              <a:rPr lang="en-US"/>
              <a:t>	Title goes 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07D70A-BDB6-C448-96FF-EBA7C8FDD630}"/>
              </a:ext>
            </a:extLst>
          </p:cNvPr>
          <p:cNvSpPr/>
          <p:nvPr userDrawn="1"/>
        </p:nvSpPr>
        <p:spPr>
          <a:xfrm>
            <a:off x="11460480" y="4861545"/>
            <a:ext cx="731520" cy="5084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4AB0BB-99A4-C941-8ED3-909603A003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67541" y="6236624"/>
            <a:ext cx="1412271" cy="3875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161A48-D93E-AD48-ACBF-8E3509730930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022123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Questions/Thank yo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2190" y="0"/>
            <a:ext cx="11567621" cy="6624176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64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649F6A-65AB-7D46-9B77-891CAA6221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7075CE-4AA8-2549-A300-6D36E285BCD8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79350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no log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3" y="1800447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3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61E85-8EB6-7841-9141-61560607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1D12231-8D53-CA41-859D-48FB78CE12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6DC5DB-3118-2344-B34B-02E7ABBBE6B8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10172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blue backgrou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2F3CD0-32A1-804E-A2D3-210F2FD775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1" y="6236624"/>
            <a:ext cx="1412271" cy="38755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6259A36-C74D-2B44-A03D-507592E94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2" y="233824"/>
            <a:ext cx="11368847" cy="824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EF71BC-EF75-DD49-A80A-1CF56F92772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A6E8E7-9409-1F4E-9DC4-766EF70818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ADE4A3-FA59-604A-8AF8-61903D5FCF5E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90311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4283969-5420-6C40-8DCB-D5989E0DD9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75667" y="2567517"/>
            <a:ext cx="3640667" cy="9990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CC8E4B8-3F20-DA44-ABE5-85D08E42E6C7}"/>
              </a:ext>
            </a:extLst>
          </p:cNvPr>
          <p:cNvSpPr/>
          <p:nvPr userDrawn="1"/>
        </p:nvSpPr>
        <p:spPr>
          <a:xfrm>
            <a:off x="4275667" y="3912180"/>
            <a:ext cx="3640667" cy="1039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92558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4283969-5420-6C40-8DCB-D5989E0DD9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75667" y="2567517"/>
            <a:ext cx="3640667" cy="9990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D68AAC-D8AD-8E43-A2D6-6D3EEBCFD439}"/>
              </a:ext>
            </a:extLst>
          </p:cNvPr>
          <p:cNvSpPr/>
          <p:nvPr userDrawn="1"/>
        </p:nvSpPr>
        <p:spPr>
          <a:xfrm>
            <a:off x="4275667" y="3912180"/>
            <a:ext cx="3640667" cy="1039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27787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M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64" y="4132100"/>
            <a:ext cx="11170072" cy="11748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0964" y="1254799"/>
            <a:ext cx="11170072" cy="28772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F536E9C-3298-444F-9CD3-C7887F4881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4" y="515772"/>
            <a:ext cx="1645636" cy="4515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187A82-276C-5C42-A57D-AB76390758EE}"/>
              </a:ext>
            </a:extLst>
          </p:cNvPr>
          <p:cNvSpPr/>
          <p:nvPr userDrawn="1"/>
        </p:nvSpPr>
        <p:spPr>
          <a:xfrm>
            <a:off x="665174" y="1141463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8BC8AC-B5E6-6649-8047-ED45AE5B307A}"/>
              </a:ext>
            </a:extLst>
          </p:cNvPr>
          <p:cNvSpPr/>
          <p:nvPr userDrawn="1"/>
        </p:nvSpPr>
        <p:spPr>
          <a:xfrm>
            <a:off x="10300138" y="5588152"/>
            <a:ext cx="1891863" cy="1269849"/>
          </a:xfrm>
          <a:prstGeom prst="rect">
            <a:avLst/>
          </a:prstGeom>
          <a:solidFill>
            <a:schemeClr val="accent2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F2559-5D77-CA42-84F8-F4A65B9FB159}"/>
              </a:ext>
            </a:extLst>
          </p:cNvPr>
          <p:cNvSpPr/>
          <p:nvPr userDrawn="1"/>
        </p:nvSpPr>
        <p:spPr>
          <a:xfrm>
            <a:off x="11681037" y="5306929"/>
            <a:ext cx="510964" cy="592545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BB8661-75D0-BF4F-B66A-3B41BE63B748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49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3BE44429-E125-FD48-B307-C8F635B52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964" y="4132100"/>
            <a:ext cx="11170072" cy="17031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F099FA-C3C5-5747-87DC-6B9F04B452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4" y="1254799"/>
            <a:ext cx="11170072" cy="28772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7" name="Picture 1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CC94E5-6F89-0A40-95FE-5CAF9D7C06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4" y="515772"/>
            <a:ext cx="1645636" cy="45159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8E38DC-713C-E54E-BAEA-DF304D022F53}"/>
              </a:ext>
            </a:extLst>
          </p:cNvPr>
          <p:cNvSpPr/>
          <p:nvPr userDrawn="1"/>
        </p:nvSpPr>
        <p:spPr>
          <a:xfrm>
            <a:off x="665174" y="1141463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99DD17-3F60-F44E-8CC2-A7B6112A776B}"/>
              </a:ext>
            </a:extLst>
          </p:cNvPr>
          <p:cNvSpPr/>
          <p:nvPr userDrawn="1"/>
        </p:nvSpPr>
        <p:spPr>
          <a:xfrm>
            <a:off x="10300138" y="5588152"/>
            <a:ext cx="1891863" cy="1269849"/>
          </a:xfrm>
          <a:prstGeom prst="rect">
            <a:avLst/>
          </a:prstGeom>
          <a:solidFill>
            <a:schemeClr val="accent1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F5E3CF-0A09-244E-97B2-2CC04B5E05BA}"/>
              </a:ext>
            </a:extLst>
          </p:cNvPr>
          <p:cNvSpPr/>
          <p:nvPr userDrawn="1"/>
        </p:nvSpPr>
        <p:spPr>
          <a:xfrm>
            <a:off x="11681037" y="5306929"/>
            <a:ext cx="510964" cy="592545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FBAC82-E6AB-FA44-A043-41C8D0349E6B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91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</p:bld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no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1D6D8D54-1243-9E40-AD27-8A6A9C29B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00" y="4538547"/>
            <a:ext cx="8839200" cy="6430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852B2AA-608D-444B-8C06-31AA4AAD24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4" y="1733552"/>
            <a:ext cx="9280736" cy="2588960"/>
          </a:xfrm>
          <a:prstGeom prst="rect">
            <a:avLst/>
          </a:prstGeom>
          <a:solidFill>
            <a:schemeClr val="accent1"/>
          </a:solidFill>
        </p:spPr>
        <p:txBody>
          <a:bodyPr lIns="457200" anchor="ctr">
            <a:noAutofit/>
          </a:bodyPr>
          <a:lstStyle>
            <a:lvl1pPr algn="l">
              <a:lnSpc>
                <a:spcPct val="80000"/>
              </a:lnSpc>
              <a:defRPr sz="5333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05EE06-F696-3942-8E0F-353CA77A97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0537DE-361B-432B-BCEC-8BCFC8C502C0}"/>
              </a:ext>
            </a:extLst>
          </p:cNvPr>
          <p:cNvSpPr txBox="1"/>
          <p:nvPr userDrawn="1"/>
        </p:nvSpPr>
        <p:spPr>
          <a:xfrm>
            <a:off x="10991273" y="0"/>
            <a:ext cx="1200727" cy="203200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79358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3" y="1800447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3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BA2D06-52C7-AA4D-A409-4E02CF2E3C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9E675885-A4C6-D54E-BE73-CE97C7B1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EBCAC59-8339-0B4C-A751-69CCB78EC8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45B1E9-155A-5B46-8B20-21551664F4B4}"/>
              </a:ext>
            </a:extLst>
          </p:cNvPr>
          <p:cNvSpPr txBox="1"/>
          <p:nvPr userDrawn="1"/>
        </p:nvSpPr>
        <p:spPr>
          <a:xfrm>
            <a:off x="10991273" y="0"/>
            <a:ext cx="1200727" cy="203200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380035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4" y="1814624"/>
            <a:ext cx="11368845" cy="4206947"/>
          </a:xfrm>
          <a:prstGeom prst="rect">
            <a:avLst/>
          </a:prstGeom>
        </p:spPr>
        <p:txBody>
          <a:bodyPr>
            <a:normAutofit/>
          </a:bodyPr>
          <a:lstStyle>
            <a:lvl1pPr marL="232828" indent="-232828">
              <a:spcBef>
                <a:spcPts val="41"/>
              </a:spcBef>
              <a:buClr>
                <a:srgbClr val="007DB3"/>
              </a:buClr>
              <a:buFont typeface="Arial" panose="020B0604020202020204" pitchFamily="34" charset="0"/>
              <a:buChar char="•"/>
              <a:tabLst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11702" indent="-230712">
              <a:spcBef>
                <a:spcPts val="41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133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7205" indent="-232828">
              <a:spcBef>
                <a:spcPts val="41"/>
              </a:spcBef>
              <a:buFont typeface="Arial" panose="020B0604020202020204" pitchFamily="34" charset="0"/>
              <a:buChar char="•"/>
              <a:tabLst/>
              <a:defRPr sz="2133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indent="-609585">
              <a:spcBef>
                <a:spcPts val="41"/>
              </a:spcBef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indent="-609585">
              <a:spcBef>
                <a:spcPts val="41"/>
              </a:spcBef>
              <a:defRPr sz="240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E0200FB-8662-FB42-8B76-7A6BBD6CBBC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CA13BB-83C7-F24A-BDEA-A8D0C583F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D296A31-A7F7-D84E-B2E6-9E920F91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B0C24-5E7B-0B43-A5E4-B22F6A4BA5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BAD749-16FD-40C6-8130-2810ED9DFB0F}"/>
              </a:ext>
            </a:extLst>
          </p:cNvPr>
          <p:cNvSpPr txBox="1"/>
          <p:nvPr userDrawn="1"/>
        </p:nvSpPr>
        <p:spPr>
          <a:xfrm>
            <a:off x="10991273" y="0"/>
            <a:ext cx="1200727" cy="203200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192936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ntent with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510964" y="1814624"/>
            <a:ext cx="5386917" cy="42009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0"/>
          <p:cNvSpPr>
            <a:spLocks noGrp="1"/>
          </p:cNvSpPr>
          <p:nvPr>
            <p:ph type="pic" sz="quarter" idx="12"/>
          </p:nvPr>
        </p:nvSpPr>
        <p:spPr>
          <a:xfrm>
            <a:off x="6510867" y="1820592"/>
            <a:ext cx="536894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3F0855D-D27E-D044-9507-0386DFB277A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5D503F-226A-E046-85A4-0B7066EB70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2570FEE-E9EA-444C-9557-98BDCCA4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B9DCEF9-A06A-6546-B194-1033E64EA2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A39E58-D3B6-43D3-9B14-AD15DD6A91B3}"/>
              </a:ext>
            </a:extLst>
          </p:cNvPr>
          <p:cNvSpPr txBox="1"/>
          <p:nvPr userDrawn="1"/>
        </p:nvSpPr>
        <p:spPr>
          <a:xfrm>
            <a:off x="10991273" y="0"/>
            <a:ext cx="1200727" cy="203200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61210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ntent with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2"/>
          <p:cNvSpPr>
            <a:spLocks noGrp="1"/>
          </p:cNvSpPr>
          <p:nvPr>
            <p:ph type="chart" sz="quarter" idx="13"/>
          </p:nvPr>
        </p:nvSpPr>
        <p:spPr>
          <a:xfrm>
            <a:off x="6510867" y="1814624"/>
            <a:ext cx="5386917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343F201-1A36-A846-B8E1-9BDB2456AB9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D33AAB0-4379-6548-B197-7B4EE7A4E1A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0964" y="1814624"/>
            <a:ext cx="5386917" cy="42009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DF6584-46FC-E844-9A19-EB5D77C708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B4BA434-82F6-CA4D-A903-D2A7F4D1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9A73125-8B3B-884E-B775-5CCB4F8AA0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792DB5-EC7D-024A-81C4-7AEDC40E18D1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46405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able Placeholder 2"/>
          <p:cNvSpPr>
            <a:spLocks noGrp="1"/>
          </p:cNvSpPr>
          <p:nvPr>
            <p:ph type="tbl" sz="quarter" idx="11"/>
          </p:nvPr>
        </p:nvSpPr>
        <p:spPr>
          <a:xfrm>
            <a:off x="674145" y="1814624"/>
            <a:ext cx="1090108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E92BF83-4408-3544-9CE2-F49CC1E3C39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AB2067-0E17-6145-A49C-41F7D4BA69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764A3-2202-3E4B-915A-C8744FD58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FA519D7-9E24-3746-AE1B-E258D1DF60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C6F3C2-F2E3-4CA0-9642-2D3F6022370A}"/>
              </a:ext>
            </a:extLst>
          </p:cNvPr>
          <p:cNvSpPr txBox="1"/>
          <p:nvPr userDrawn="1"/>
        </p:nvSpPr>
        <p:spPr>
          <a:xfrm>
            <a:off x="10991273" y="0"/>
            <a:ext cx="1200727" cy="203200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501751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no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D73D82D-49C0-9248-AC68-5DD5FFEC5F89}"/>
              </a:ext>
            </a:extLst>
          </p:cNvPr>
          <p:cNvSpPr/>
          <p:nvPr userDrawn="1"/>
        </p:nvSpPr>
        <p:spPr>
          <a:xfrm>
            <a:off x="0" y="1693250"/>
            <a:ext cx="2129536" cy="13953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Shape, icon&#10;&#10;Description automatically generated">
            <a:extLst>
              <a:ext uri="{FF2B5EF4-FFF2-40B4-BE49-F238E27FC236}">
                <a16:creationId xmlns:a16="http://schemas.microsoft.com/office/drawing/2014/main" id="{7D12A783-6C63-A94B-9BB2-5546CA8B74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8245" y="1296175"/>
            <a:ext cx="1342475" cy="1032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D7C50F-E073-FB46-8CD2-D273CE1B39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201" y="2555760"/>
            <a:ext cx="10037233" cy="1869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422" indent="0">
              <a:buNone/>
              <a:defRPr sz="2133">
                <a:solidFill>
                  <a:schemeClr val="bg1"/>
                </a:solidFill>
              </a:defRPr>
            </a:lvl2pPr>
            <a:lvl3pPr marL="846646" indent="0">
              <a:buNone/>
              <a:defRPr sz="2133">
                <a:solidFill>
                  <a:schemeClr val="bg1"/>
                </a:solidFill>
              </a:defRPr>
            </a:lvl3pPr>
            <a:lvl4pPr marL="1145087" indent="0">
              <a:buNone/>
              <a:defRPr sz="2133">
                <a:solidFill>
                  <a:schemeClr val="bg1"/>
                </a:solidFill>
              </a:defRPr>
            </a:lvl4pPr>
            <a:lvl5pPr marL="2438339" indent="0">
              <a:buNone/>
              <a:defRPr sz="2133">
                <a:solidFill>
                  <a:schemeClr val="bg1"/>
                </a:solidFill>
              </a:defRPr>
            </a:lvl5pPr>
          </a:lstStyle>
          <a:p>
            <a:r>
              <a:rPr lang="en-US"/>
              <a:t>Quote goes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</a:t>
            </a:r>
            <a:r>
              <a:rPr lang="en-US" err="1"/>
              <a:t>dapibus</a:t>
            </a:r>
            <a:r>
              <a:rPr lang="en-US"/>
              <a:t>,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Bibendum </a:t>
            </a:r>
            <a:r>
              <a:rPr lang="en-US" err="1"/>
              <a:t>luctus</a:t>
            </a:r>
            <a:r>
              <a:rPr lang="en-US"/>
              <a:t>,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, in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. Sed et </a:t>
            </a:r>
            <a:r>
              <a:rPr lang="en-US" err="1"/>
              <a:t>malesuada</a:t>
            </a:r>
            <a:r>
              <a:rPr lang="en-US"/>
              <a:t> lorem. Maecenas </a:t>
            </a:r>
            <a:r>
              <a:rPr lang="en-US" err="1"/>
              <a:t>viverra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,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placarat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Sed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lugla</a:t>
            </a:r>
            <a:r>
              <a:rPr lang="en-US"/>
              <a:t>, </a:t>
            </a:r>
            <a:r>
              <a:rPr lang="en-US" err="1"/>
              <a:t>phaetra</a:t>
            </a:r>
            <a:r>
              <a:rPr lang="en-US"/>
              <a:t> ac </a:t>
            </a:r>
            <a:r>
              <a:rPr lang="en-US" err="1"/>
              <a:t>tortor</a:t>
            </a:r>
            <a:r>
              <a:rPr lang="en-US"/>
              <a:t>.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809BECD-E88D-6547-8F17-B43EE062B9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201" y="4772295"/>
            <a:ext cx="10037233" cy="73817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1600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422" indent="0">
              <a:buNone/>
              <a:defRPr sz="2133">
                <a:solidFill>
                  <a:schemeClr val="bg1"/>
                </a:solidFill>
              </a:defRPr>
            </a:lvl2pPr>
            <a:lvl3pPr marL="846646" indent="0">
              <a:buNone/>
              <a:defRPr sz="2133">
                <a:solidFill>
                  <a:schemeClr val="bg1"/>
                </a:solidFill>
              </a:defRPr>
            </a:lvl3pPr>
            <a:lvl4pPr marL="1145087" indent="0">
              <a:buNone/>
              <a:defRPr sz="2133">
                <a:solidFill>
                  <a:schemeClr val="bg1"/>
                </a:solidFill>
              </a:defRPr>
            </a:lvl4pPr>
            <a:lvl5pPr marL="2438339" indent="0">
              <a:buNone/>
              <a:defRPr sz="2133">
                <a:solidFill>
                  <a:schemeClr val="bg1"/>
                </a:solidFill>
              </a:defRPr>
            </a:lvl5pPr>
          </a:lstStyle>
          <a:p>
            <a:r>
              <a:rPr lang="en-US"/>
              <a:t>– NAME GOES HERE</a:t>
            </a:r>
          </a:p>
          <a:p>
            <a:r>
              <a:rPr lang="en-US"/>
              <a:t>	Title goes 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07D70A-BDB6-C448-96FF-EBA7C8FDD630}"/>
              </a:ext>
            </a:extLst>
          </p:cNvPr>
          <p:cNvSpPr/>
          <p:nvPr userDrawn="1"/>
        </p:nvSpPr>
        <p:spPr>
          <a:xfrm>
            <a:off x="11460480" y="4861545"/>
            <a:ext cx="731520" cy="5084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4AB0BB-99A4-C941-8ED3-909603A003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67541" y="6236624"/>
            <a:ext cx="1412271" cy="3875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161A48-D93E-AD48-ACBF-8E3509730930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169260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/Thank yo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2190" y="0"/>
            <a:ext cx="11567621" cy="6624176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64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649F6A-65AB-7D46-9B77-891CAA6221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7075CE-4AA8-2549-A300-6D36E285BCD8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19756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no log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3" y="1800447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3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61E85-8EB6-7841-9141-61560607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1D12231-8D53-CA41-859D-48FB78CE12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6DC5DB-3118-2344-B34B-02E7ABBBE6B8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43431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blue backgrou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2F3CD0-32A1-804E-A2D3-210F2FD775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1" y="6236624"/>
            <a:ext cx="1412271" cy="38755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6259A36-C74D-2B44-A03D-507592E94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2" y="233824"/>
            <a:ext cx="11368847" cy="824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EF71BC-EF75-DD49-A80A-1CF56F92772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A6E8E7-9409-1F4E-9DC4-766EF70818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ADE4A3-FA59-604A-8AF8-61903D5FCF5E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68033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4283969-5420-6C40-8DCB-D5989E0DD9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75667" y="2567517"/>
            <a:ext cx="3640667" cy="9990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CC8E4B8-3F20-DA44-ABE5-85D08E42E6C7}"/>
              </a:ext>
            </a:extLst>
          </p:cNvPr>
          <p:cNvSpPr/>
          <p:nvPr userDrawn="1"/>
        </p:nvSpPr>
        <p:spPr>
          <a:xfrm>
            <a:off x="4275667" y="3912180"/>
            <a:ext cx="3640667" cy="1039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54350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4283969-5420-6C40-8DCB-D5989E0DD9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75667" y="2567517"/>
            <a:ext cx="3640667" cy="9990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D68AAC-D8AD-8E43-A2D6-6D3EEBCFD439}"/>
              </a:ext>
            </a:extLst>
          </p:cNvPr>
          <p:cNvSpPr/>
          <p:nvPr userDrawn="1"/>
        </p:nvSpPr>
        <p:spPr>
          <a:xfrm>
            <a:off x="4275667" y="3912180"/>
            <a:ext cx="3640667" cy="1039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291211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0CCD87-5CB8-CF2B-696F-A886BD9982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22DF1AC-822C-7E40-1926-1A3214FAEAEC}"/>
              </a:ext>
            </a:extLst>
          </p:cNvPr>
          <p:cNvSpPr txBox="1">
            <a:spLocks/>
          </p:cNvSpPr>
          <p:nvPr userDrawn="1"/>
        </p:nvSpPr>
        <p:spPr>
          <a:xfrm>
            <a:off x="510964" y="1733553"/>
            <a:ext cx="8827001" cy="3200399"/>
          </a:xfrm>
          <a:prstGeom prst="rect">
            <a:avLst/>
          </a:prstGeom>
          <a:solidFill>
            <a:srgbClr val="007DB3">
              <a:alpha val="85000"/>
            </a:srgbClr>
          </a:solidFill>
        </p:spPr>
        <p:txBody>
          <a:bodyPr lIns="609600" tIns="60960" rIns="121920" bIns="6096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000" b="1" i="0" kern="1200" spc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-1191230" algn="l" defTabSz="121917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j-ea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B445D6-6069-292E-593C-BC8B8391E962}"/>
              </a:ext>
            </a:extLst>
          </p:cNvPr>
          <p:cNvSpPr/>
          <p:nvPr userDrawn="1"/>
        </p:nvSpPr>
        <p:spPr>
          <a:xfrm>
            <a:off x="1" y="2308879"/>
            <a:ext cx="742951" cy="1939271"/>
          </a:xfrm>
          <a:prstGeom prst="rect">
            <a:avLst/>
          </a:prstGeom>
          <a:solidFill>
            <a:schemeClr val="accent3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F162C0-87A5-E589-D0C3-E975BFECDA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67541" y="6236624"/>
            <a:ext cx="1412271" cy="387552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5932F27-6F67-246B-D666-E2A0225EBA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2950" y="1733551"/>
            <a:ext cx="8594725" cy="3200399"/>
          </a:xfrm>
          <a:noFill/>
        </p:spPr>
        <p:txBody>
          <a:bodyPr lIns="609600" tIns="60960" rIns="121920" bIns="60960" anchor="ctr">
            <a:noAutofit/>
          </a:bodyPr>
          <a:lstStyle>
            <a:lvl1pPr>
              <a:defRPr lang="en-US" sz="4400" b="1" cap="all" spc="0" smtClean="0">
                <a:solidFill>
                  <a:srgbClr val="FFFFFF"/>
                </a:solidFill>
                <a:latin typeface="Arial"/>
                <a:ea typeface="+mj-ea"/>
                <a:cs typeface="Arial"/>
              </a:defRPr>
            </a:lvl1pPr>
            <a:lvl2pPr>
              <a:defRPr lang="en-US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>
              <a:defRPr lang="en-US" smtClean="0">
                <a:solidFill>
                  <a:schemeClr val="tx1"/>
                </a:solidFill>
                <a:latin typeface="+mn-lt"/>
                <a:cs typeface="+mn-cs"/>
              </a:defRPr>
            </a:lvl3pPr>
            <a:lvl4pPr>
              <a:defRPr lang="en-US" smtClean="0">
                <a:solidFill>
                  <a:schemeClr val="tx1"/>
                </a:solidFill>
                <a:latin typeface="+mn-lt"/>
                <a:cs typeface="+mn-cs"/>
              </a:defRPr>
            </a:lvl4pPr>
            <a:lvl5pPr>
              <a:defRPr lang="en-US">
                <a:solidFill>
                  <a:schemeClr val="tx1"/>
                </a:solidFill>
                <a:latin typeface="+mn-lt"/>
                <a:cs typeface="+mn-cs"/>
              </a:defRPr>
            </a:lvl5pPr>
          </a:lstStyle>
          <a:p>
            <a:pPr marR="0" lvl="0" indent="-1191230" fontAlgn="auto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</a:pPr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0A03A7-3820-934D-8068-AADD9F7E604B}"/>
              </a:ext>
            </a:extLst>
          </p:cNvPr>
          <p:cNvSpPr txBox="1"/>
          <p:nvPr userDrawn="1"/>
        </p:nvSpPr>
        <p:spPr>
          <a:xfrm>
            <a:off x="11008247" y="1"/>
            <a:ext cx="11837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sz="800">
                <a:solidFill>
                  <a:schemeClr val="tx2"/>
                </a:solidFill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86885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72020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<Relationship Id="rId14" Type="http://schemas.openxmlformats.org/officeDocument/2006/relationships/slideLayout" Target="../slideLayouts/slideLayout85.xml"/><Relationship Id="rId15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87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40688136-0286-184A-B7B0-1BA882EAD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2" y="237091"/>
            <a:ext cx="11368847" cy="8243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08050D7-13D3-C44B-A29A-C8BE7E78E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962" y="1797997"/>
            <a:ext cx="10842839" cy="4221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80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</p:sldLayoutIdLst>
  <p:hf hdr="0" ftr="0" dt="0"/>
  <p:txStyles>
    <p:titleStyle>
      <a:lvl1pPr algn="l" defTabSz="1219170" rtl="0" eaLnBrk="1" latinLnBrk="0" hangingPunct="1">
        <a:spcBef>
          <a:spcPct val="0"/>
        </a:spcBef>
        <a:buNone/>
        <a:defRPr sz="3733" b="1" i="0" kern="1200" cap="all" baseline="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121917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None/>
        <a:tabLst/>
        <a:defRPr sz="2133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61422" indent="0" algn="l" defTabSz="121917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None/>
        <a:tabLst/>
        <a:defRPr sz="24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46646" indent="0" algn="l" defTabSz="1219170" rtl="0" eaLnBrk="1" latinLnBrk="0" hangingPunct="1">
        <a:spcBef>
          <a:spcPct val="20000"/>
        </a:spcBef>
        <a:buFont typeface="Arial" panose="020B0604020202020204" pitchFamily="34" charset="0"/>
        <a:buNone/>
        <a:tabLst/>
        <a:defRPr sz="24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145087" indent="0" algn="l" defTabSz="1219170" rtl="0" eaLnBrk="1" latinLnBrk="0" hangingPunct="1">
        <a:spcBef>
          <a:spcPct val="20000"/>
        </a:spcBef>
        <a:buFont typeface="Arial" panose="020B0604020202020204" pitchFamily="34" charset="0"/>
        <a:buNone/>
        <a:tabLst/>
        <a:defRPr sz="24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438339" indent="0" algn="l" defTabSz="1219170" rtl="0" eaLnBrk="1" latinLnBrk="0" hangingPunct="1">
        <a:spcBef>
          <a:spcPct val="20000"/>
        </a:spcBef>
        <a:buFont typeface="Arial" panose="020B0604020202020204" pitchFamily="34" charset="0"/>
        <a:buNone/>
        <a:defRPr sz="24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40688136-0286-184A-B7B0-1BA882EAD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2" y="237091"/>
            <a:ext cx="11368847" cy="8243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08050D7-13D3-C44B-A29A-C8BE7E78E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962" y="1797997"/>
            <a:ext cx="10842839" cy="4221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232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</p:sldLayoutIdLst>
  <p:hf hdr="0" ftr="0" dt="0"/>
  <p:txStyles>
    <p:titleStyle>
      <a:lvl1pPr algn="l" defTabSz="1219170" rtl="0" eaLnBrk="1" latinLnBrk="0" hangingPunct="1">
        <a:spcBef>
          <a:spcPct val="0"/>
        </a:spcBef>
        <a:buNone/>
        <a:defRPr sz="3733" b="1" i="0" kern="1200" cap="all" baseline="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121917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None/>
        <a:tabLst/>
        <a:defRPr sz="2133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61422" indent="0" algn="l" defTabSz="121917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None/>
        <a:tabLst/>
        <a:defRPr sz="24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46646" indent="0" algn="l" defTabSz="1219170" rtl="0" eaLnBrk="1" latinLnBrk="0" hangingPunct="1">
        <a:spcBef>
          <a:spcPct val="20000"/>
        </a:spcBef>
        <a:buFont typeface="Arial" panose="020B0604020202020204" pitchFamily="34" charset="0"/>
        <a:buNone/>
        <a:tabLst/>
        <a:defRPr sz="24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145087" indent="0" algn="l" defTabSz="1219170" rtl="0" eaLnBrk="1" latinLnBrk="0" hangingPunct="1">
        <a:spcBef>
          <a:spcPct val="20000"/>
        </a:spcBef>
        <a:buFont typeface="Arial" panose="020B0604020202020204" pitchFamily="34" charset="0"/>
        <a:buNone/>
        <a:tabLst/>
        <a:defRPr sz="24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438339" indent="0" algn="l" defTabSz="1219170" rtl="0" eaLnBrk="1" latinLnBrk="0" hangingPunct="1">
        <a:spcBef>
          <a:spcPct val="20000"/>
        </a:spcBef>
        <a:buFont typeface="Arial" panose="020B0604020202020204" pitchFamily="34" charset="0"/>
        <a:buNone/>
        <a:defRPr sz="24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027E684-F460-149E-66EE-91A0A1579A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E15B54-9F73-A697-58FA-A11F2FE423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8299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83940-9704-8AD4-E963-CE802E8CC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0435718-C0CF-DD53-8241-50741D807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2" y="237091"/>
            <a:ext cx="11985838" cy="82433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866CC2-5D52-F7A2-3D42-17037E87BB1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10962" y="1061427"/>
            <a:ext cx="11368847" cy="1061427"/>
          </a:xfrm>
        </p:spPr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5495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301301-9035-88C3-DDF0-84258D1FDD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2466841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AI-AUGMENTED SDLC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Introduction: The Ten Pillars of AI-Augmented SDLC</a:t>
            </a:r>
          </a:p>
          <a:p>
            <a:pPr>
              <a:spcAft>
                <a:spcPts val="1000"/>
              </a:spcAft>
            </a:pPr>
            <a:r>
              <a:t>Pillar 1: VS Code as Home Base</a:t>
            </a:r>
          </a:p>
          <a:p>
            <a:pPr>
              <a:spcAft>
                <a:spcPts val="1000"/>
              </a:spcAft>
            </a:pPr>
            <a:r>
              <a:t>Pillar 2: Documentation as Code</a:t>
            </a:r>
          </a:p>
          <a:p>
            <a:pPr>
              <a:spcAft>
                <a:spcPts val="1000"/>
              </a:spcAft>
            </a:pPr>
            <a:r>
              <a:t>Pillar 3: Diagrams as Code</a:t>
            </a:r>
          </a:p>
          <a:p>
            <a:pPr>
              <a:spcAft>
                <a:spcPts val="1000"/>
              </a:spcAft>
            </a:pPr>
            <a:r>
              <a:t>Pillar 4: Agent-Generated Artifacts</a:t>
            </a:r>
          </a:p>
          <a:p>
            <a:pPr>
              <a:spcAft>
                <a:spcPts val="1000"/>
              </a:spcAft>
            </a:pPr>
            <a:r>
              <a:t>Pillar 5: Git Version Control</a:t>
            </a:r>
          </a:p>
          <a:p>
            <a:pPr>
              <a:spcAft>
                <a:spcPts val="1000"/>
              </a:spcAft>
            </a:pPr>
            <a:r>
              <a:t>Pillar 6: AI Governance</a:t>
            </a:r>
          </a:p>
          <a:p>
            <a:pPr>
              <a:spcAft>
                <a:spcPts val="1000"/>
              </a:spcAft>
            </a:pPr>
            <a:r>
              <a:t>Pillar 7: AI Planning Intelligence</a:t>
            </a:r>
          </a:p>
          <a:p>
            <a:pPr>
              <a:spcAft>
                <a:spcPts val="1000"/>
              </a:spcAft>
            </a:pPr>
            <a:r>
              <a:t>Pillar 8: Change Management</a:t>
            </a:r>
          </a:p>
          <a:p>
            <a:pPr>
              <a:spcAft>
                <a:spcPts val="1000"/>
              </a:spcAft>
            </a:pPr>
            <a:r>
              <a:t>Pillar 9: Context Management (Getting the Best from AI)</a:t>
            </a:r>
          </a:p>
          <a:p>
            <a:pPr>
              <a:spcAft>
                <a:spcPts val="1000"/>
              </a:spcAft>
            </a:pPr>
            <a:r>
              <a:t>Pillar 10: Jira Integration</a:t>
            </a:r>
          </a:p>
          <a:p>
            <a:pPr>
              <a:spcAft>
                <a:spcPts val="1000"/>
              </a:spcAft>
            </a:pPr>
            <a:r>
              <a:t>Detailed Workflow: Requirements</a:t>
            </a:r>
          </a:p>
          <a:p>
            <a:pPr>
              <a:spcAft>
                <a:spcPts val="1000"/>
              </a:spcAft>
            </a:pPr>
            <a:r>
              <a:t>Detailed Workflow: Epic Decomposition</a:t>
            </a:r>
          </a:p>
          <a:p>
            <a:pPr>
              <a:spcAft>
                <a:spcPts val="1000"/>
              </a:spcAft>
            </a:pPr>
            <a:r>
              <a:t>Detailed Workflow: User Story Elaboration</a:t>
            </a:r>
          </a:p>
          <a:p>
            <a:pPr>
              <a:spcAft>
                <a:spcPts val="1000"/>
              </a:spcAft>
            </a:pPr>
            <a:r>
              <a:t>Detailed Workflow: UX Design</a:t>
            </a:r>
          </a:p>
          <a:p>
            <a:pPr>
              <a:spcAft>
                <a:spcPts val="1000"/>
              </a:spcAft>
            </a:pPr>
            <a:r>
              <a:t>Detailed Workflow: Architecture</a:t>
            </a:r>
          </a:p>
          <a:p>
            <a:pPr>
              <a:spcAft>
                <a:spcPts val="1000"/>
              </a:spcAft>
            </a:pPr>
            <a:r>
              <a:t>Detailed Workflow: Interfaces</a:t>
            </a:r>
          </a:p>
          <a:p>
            <a:pPr>
              <a:spcAft>
                <a:spcPts val="1000"/>
              </a:spcAft>
            </a:pPr>
            <a:r>
              <a:t>Detailed Workflow: Implementation (The Context-Driven Developer)</a:t>
            </a:r>
          </a:p>
          <a:p>
            <a:pPr>
              <a:spcAft>
                <a:spcPts val="1000"/>
              </a:spcAft>
            </a:pPr>
            <a:r>
              <a:t>Detailed Workflow: Testing</a:t>
            </a:r>
          </a:p>
          <a:p>
            <a:pPr>
              <a:spcAft>
                <a:spcPts val="1000"/>
              </a:spcAft>
            </a:pPr>
            <a:r>
              <a:t>Pillar 9: Context Management</a:t>
            </a:r>
          </a:p>
          <a:p>
            <a:pPr>
              <a:spcAft>
                <a:spcPts val="1000"/>
              </a:spcAft>
            </a:pPr>
            <a:r>
              <a:t>Pillar 7: AI Planning Intelligence</a:t>
            </a:r>
          </a:p>
          <a:p>
            <a:pPr>
              <a:spcAft>
                <a:spcPts val="1000"/>
              </a:spcAft>
            </a:pPr>
            <a:r>
              <a:t>Pillar 8: Change Management</a:t>
            </a:r>
          </a:p>
          <a:p>
            <a:pPr>
              <a:spcAft>
                <a:spcPts val="1000"/>
              </a:spcAft>
            </a:pPr>
            <a:r>
              <a:t>Appendix A: Agent Registry</a:t>
            </a:r>
          </a:p>
          <a:p>
            <a:pPr>
              <a:spcAft>
                <a:spcPts val="1000"/>
              </a:spcAft>
            </a:pPr>
            <a:r>
              <a:t>Appendix B: Prompt Registry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Introduction: The Ten Pillars of AI-Augmented SDLC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spcAft>
                <a:spcPts val="600"/>
              </a:spcAft>
            </a:pPr>
            <a:r>
              <a:t>1.  </a:t>
            </a:r>
            <a:r>
              <a:rPr b="1"/>
              <a:t>VS Code as Home Base</a:t>
            </a:r>
          </a:p>
          <a:p>
            <a:pPr>
              <a:spcAft>
                <a:spcPts val="600"/>
              </a:spcAft>
            </a:pPr>
            <a:r>
              <a:t>2.  </a:t>
            </a:r>
            <a:r>
              <a:rPr b="1"/>
              <a:t>Documentation as Code</a:t>
            </a:r>
          </a:p>
          <a:p>
            <a:pPr>
              <a:spcAft>
                <a:spcPts val="600"/>
              </a:spcAft>
            </a:pPr>
            <a:r>
              <a:t>3.  </a:t>
            </a:r>
            <a:r>
              <a:rPr b="1"/>
              <a:t>Diagrams as Code</a:t>
            </a:r>
          </a:p>
          <a:p>
            <a:pPr>
              <a:spcAft>
                <a:spcPts val="600"/>
              </a:spcAft>
            </a:pPr>
            <a:r>
              <a:t>4.  </a:t>
            </a:r>
            <a:r>
              <a:rPr b="1"/>
              <a:t>Agent-Generated Artifacts</a:t>
            </a:r>
          </a:p>
          <a:p>
            <a:pPr>
              <a:spcAft>
                <a:spcPts val="600"/>
              </a:spcAft>
            </a:pPr>
            <a:r>
              <a:t>5.  </a:t>
            </a:r>
            <a:r>
              <a:rPr b="1"/>
              <a:t>Git Version Control</a:t>
            </a:r>
          </a:p>
          <a:p>
            <a:pPr>
              <a:spcAft>
                <a:spcPts val="600"/>
              </a:spcAft>
            </a:pPr>
            <a:r>
              <a:t>6.  </a:t>
            </a:r>
            <a:r>
              <a:rPr b="1"/>
              <a:t>AI Governance</a:t>
            </a:r>
          </a:p>
          <a:p>
            <a:pPr>
              <a:spcAft>
                <a:spcPts val="600"/>
              </a:spcAft>
            </a:pPr>
            <a:r>
              <a:t>7.  </a:t>
            </a:r>
            <a:r>
              <a:rPr b="1"/>
              <a:t>AI Planning Intelligence</a:t>
            </a:r>
          </a:p>
          <a:p>
            <a:pPr>
              <a:spcAft>
                <a:spcPts val="600"/>
              </a:spcAft>
            </a:pPr>
            <a:r>
              <a:t>8.  </a:t>
            </a:r>
            <a:r>
              <a:rPr b="1"/>
              <a:t>Change Management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Introduction: The Ten Pillars of AI-Augmented SDLC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>
              <a:spcAft>
                <a:spcPts val="600"/>
              </a:spcAft>
            </a:pPr>
            <a:r>
              <a:t>9.  </a:t>
            </a:r>
            <a:r>
              <a:rPr b="1"/>
              <a:t>Context Management</a:t>
            </a:r>
          </a:p>
          <a:p>
            <a:pPr>
              <a:spcAft>
                <a:spcPts val="600"/>
              </a:spcAft>
            </a:pPr>
            <a:r>
              <a:t>10. </a:t>
            </a:r>
            <a:r>
              <a:rPr b="1"/>
              <a:t>Jira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Introduction: The Ten Pillars of AI-Augmented SDLC (Cont.)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Pillar 1: VS Code as Home 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spcAft>
                <a:spcPts val="600"/>
              </a:spcAft>
            </a:pPr>
            <a:r>
              <a:rPr b="1"/>
              <a:t>One environment for everything:</a:t>
            </a:r>
          </a:p>
          <a:p>
            <a:pPr>
              <a:spcAft>
                <a:spcPts val="600"/>
              </a:spcAft>
            </a:pPr>
            <a:r>
              <a:t>  </a:t>
            </a:r>
            <a:r>
              <a:rPr b="1"/>
              <a:t>Gemini Code Assist</a:t>
            </a:r>
            <a:r>
              <a:t> – AI pair programmer in the editor</a:t>
            </a:r>
          </a:p>
          <a:p>
            <a:pPr>
              <a:spcAft>
                <a:spcPts val="600"/>
              </a:spcAft>
            </a:pPr>
            <a:r>
              <a:t>  </a:t>
            </a:r>
            <a:r>
              <a:rPr b="1"/>
              <a:t>Slash Commands</a:t>
            </a:r>
            <a:r>
              <a:t> – </a:t>
            </a:r>
            <a:r>
              <a:rPr>
                <a:latin typeface="Courier New"/>
              </a:rPr>
              <a:t>/prd-discover</a:t>
            </a:r>
            <a:r>
              <a:t>, </a:t>
            </a:r>
            <a:r>
              <a:rPr>
                <a:latin typeface="Courier New"/>
              </a:rPr>
              <a:t>/epic-split</a:t>
            </a:r>
            <a:r>
              <a:t>, </a:t>
            </a:r>
            <a:r>
              <a:rPr>
                <a:latin typeface="Courier New"/>
              </a:rPr>
              <a:t>/arch-design</a:t>
            </a:r>
          </a:p>
          <a:p>
            <a:pPr>
              <a:spcAft>
                <a:spcPts val="600"/>
              </a:spcAft>
            </a:pPr>
            <a:r>
              <a:t>  </a:t>
            </a:r>
            <a:r>
              <a:rPr b="1"/>
              <a:t>Integrated Terminal</a:t>
            </a:r>
            <a:r>
              <a:t> – Gemini CLI - Run agents directly</a:t>
            </a:r>
          </a:p>
          <a:p>
            <a:pPr>
              <a:spcAft>
                <a:spcPts val="600"/>
              </a:spcAft>
            </a:pPr>
            <a:r>
              <a:t>  </a:t>
            </a:r>
            <a:r>
              <a:rPr b="1"/>
              <a:t>Git Integration</a:t>
            </a:r>
            <a:r>
              <a:t> – Commit, push, PR without leaving the IDE</a:t>
            </a:r>
          </a:p>
          <a:p>
            <a:pPr>
              <a:spcAft>
                <a:spcPts val="600"/>
              </a:spcAft>
            </a:pPr>
            <a:r>
              <a:t>  </a:t>
            </a:r>
            <a:r>
              <a:rPr b="1"/>
              <a:t>Jira Integration</a:t>
            </a:r>
            <a:r>
              <a:t> – Sync without leaving the 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1: VS Code as Home Base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Pillar 2: Documentation as Code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spcAft>
                <a:spcPts val="600"/>
              </a:spcAft>
            </a:pPr>
            <a:r>
              <a:t>Everything that describes the system lives </a:t>
            </a:r>
            <a:r>
              <a:rPr b="1"/>
              <a:t>in Git, as text</a:t>
            </a:r>
            <a:r>
              <a:t>:</a:t>
            </a:r>
          </a:p>
          <a:p>
            <a:pPr>
              <a:spcAft>
                <a:spcPts val="600"/>
              </a:spcAft>
            </a:pPr>
            <a:r>
              <a:t>  </a:t>
            </a:r>
            <a:r>
              <a:rPr b="1"/>
              <a:t>`.md` files</a:t>
            </a:r>
            <a:r>
              <a:t> – Markdown for all documentation (PRD, Epics, Stories, ADRs) perfect for AI to read and write</a:t>
            </a:r>
          </a:p>
          <a:p>
            <a:pPr>
              <a:spcAft>
                <a:spcPts val="600"/>
              </a:spcAft>
            </a:pPr>
            <a:r>
              <a:t>  </a:t>
            </a:r>
            <a:r>
              <a:rPr b="1"/>
              <a:t>Version Controlled</a:t>
            </a:r>
            <a:r>
              <a:t> – Changes tracked, reviewable in PRs, rollback possible</a:t>
            </a:r>
          </a:p>
          <a:p>
            <a:pPr>
              <a:spcAft>
                <a:spcPts val="600"/>
              </a:spcAft>
            </a:pPr>
            <a:r>
              <a:t>  </a:t>
            </a:r>
            <a:r>
              <a:rPr b="1"/>
              <a:t>`.gemini/STYLEGUIDE.md`</a:t>
            </a:r>
            <a:r>
              <a:t> – Teaches AI assistants about project conventions</a:t>
            </a:r>
          </a:p>
          <a:p>
            <a:pPr>
              <a:spcAft>
                <a:spcPts val="600"/>
              </a:spcAft>
            </a:pPr>
            <a:r>
              <a:t>  </a:t>
            </a:r>
            <a:r>
              <a:rPr b="1"/>
              <a:t>Content Generation</a:t>
            </a:r>
            <a:r>
              <a:t> – AI generated code usingPython libraries (</a:t>
            </a:r>
            <a:r>
              <a:rPr>
                <a:latin typeface="Courier New"/>
              </a:rPr>
              <a:t>python-pptx</a:t>
            </a:r>
            <a:r>
              <a:t>, </a:t>
            </a:r>
            <a:r>
              <a:rPr>
                <a:latin typeface="Courier New"/>
              </a:rPr>
              <a:t>python-docx</a:t>
            </a:r>
            <a:r>
              <a:t>, </a:t>
            </a:r>
            <a:r>
              <a:rPr>
                <a:latin typeface="Courier New"/>
              </a:rPr>
              <a:t>WeasyPrint</a:t>
            </a:r>
            <a:r>
              <a:t>) automate artifact creation (Slides, Reports, PDFs)</a:t>
            </a:r>
          </a:p>
          <a:p>
            <a:pPr>
              <a:spcAft>
                <a:spcPts val="600"/>
              </a:spcAft>
            </a:pPr>
            <a:r>
              <a:t>  </a:t>
            </a:r>
            <a:r>
              <a:rPr b="1"/>
              <a:t>Live Integration</a:t>
            </a:r>
            <a:r>
              <a:t> – Inject real-time data from databases (Jira, SQL) into docs using </a:t>
            </a:r>
            <a:r>
              <a:rPr>
                <a:latin typeface="Courier New"/>
              </a:rPr>
              <a:t>Pandas</a:t>
            </a:r>
            <a:r>
              <a:t> + </a:t>
            </a:r>
            <a:r>
              <a:rPr>
                <a:latin typeface="Courier New"/>
              </a:rPr>
              <a:t>Jinja2</a:t>
            </a:r>
            <a:r>
              <a:t> templates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2: Documentation as Code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Pillar 3: Diagrams as Code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3: Diagrams as Code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9615"/>
                <a:gridCol w="3789615"/>
                <a:gridCol w="3789617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Domain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Output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UX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Mermaid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User Journeys, State Diagrams, Flowcharts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Architecture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Mermaid (C4), Python Diagrams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System Structure, Infrastructure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Data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DBML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Entity-Relationship Diagrams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APIs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OpenAPI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Swagger UI, Client SDKs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Pillar 4: Agent-Generated Artifacts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4: Agent-Generated Artifacts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4221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2211"/>
                <a:gridCol w="2842211"/>
                <a:gridCol w="2842211"/>
                <a:gridCol w="2842214"/>
              </a:tblGrid>
              <a:tr h="248301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Slash Command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Output</a:t>
                      </a:r>
                    </a:p>
                  </a:txBody>
                  <a:tcPr/>
                </a:tc>
              </a:tr>
              <a:tr h="248301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Requirements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PRD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/prd-discover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PRD from stakeholder input</a:t>
                      </a:r>
                    </a:p>
                  </a:txBody>
                  <a:tcPr/>
                </a:tc>
              </a:tr>
              <a:tr h="248301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Elaboration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Epic Decomposition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/epic-split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Epics using SPIDR</a:t>
                      </a:r>
                    </a:p>
                  </a:txBody>
                  <a:tcPr/>
                </a:tc>
              </a:tr>
              <a:tr h="248301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Elaboration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Epic Elaboration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/epic-elaborate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CRUD, State, Edge cases</a:t>
                      </a:r>
                    </a:p>
                  </a:txBody>
                  <a:tcPr/>
                </a:tc>
              </a:tr>
              <a:tr h="248301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Elaboration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Story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/story-gen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Jira-ready User Stories</a:t>
                      </a:r>
                    </a:p>
                  </a:txBody>
                  <a:tcPr/>
                </a:tc>
              </a:tr>
              <a:tr h="248301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UX Design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UX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/ux-personas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Personas, Wireframes</a:t>
                      </a:r>
                    </a:p>
                  </a:txBody>
                  <a:tcPr/>
                </a:tc>
              </a:tr>
              <a:tr h="248301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Interfaces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Interface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/interface-discover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Context diagram, Interface catalog</a:t>
                      </a:r>
                    </a:p>
                  </a:txBody>
                  <a:tcPr/>
                </a:tc>
              </a:tr>
              <a:tr h="248301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Interfaces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Interface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/interface-spec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Detailed interface specs</a:t>
                      </a:r>
                    </a:p>
                  </a:txBody>
                  <a:tcPr/>
                </a:tc>
              </a:tr>
              <a:tr h="248301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Architecture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Architecture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/arch-design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C4, DBML, OpenAPI</a:t>
                      </a:r>
                    </a:p>
                  </a:txBody>
                  <a:tcPr/>
                </a:tc>
              </a:tr>
              <a:tr h="248301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Implementation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Code Governance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/code-review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Static analysis + AI review</a:t>
                      </a:r>
                    </a:p>
                  </a:txBody>
                  <a:tcPr/>
                </a:tc>
              </a:tr>
              <a:tr h="248301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Testing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Test Plan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/test-plan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Test plans, unit/E2E stubs</a:t>
                      </a:r>
                    </a:p>
                  </a:txBody>
                  <a:tcPr/>
                </a:tc>
              </a:tr>
              <a:tr h="248301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Testing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Simulation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/simulate-persona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Persona edge cases</a:t>
                      </a:r>
                    </a:p>
                  </a:txBody>
                  <a:tcPr/>
                </a:tc>
              </a:tr>
              <a:tr h="248301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Testing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Resilience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/load-test</a:t>
                      </a:r>
                      <a:r>
                        <a:t>, </a:t>
                      </a:r>
                      <a:r>
                        <a:rPr>
                          <a:latin typeface="Courier New"/>
                        </a:rPr>
                        <a:t>/chaos-test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Load scripts, chaos scenarios</a:t>
                      </a:r>
                    </a:p>
                  </a:txBody>
                  <a:tcPr/>
                </a:tc>
              </a:tr>
              <a:tr h="248301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Testing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Interface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/interface-test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Contract tests from specs</a:t>
                      </a:r>
                    </a:p>
                  </a:txBody>
                  <a:tcPr/>
                </a:tc>
              </a:tr>
              <a:tr h="248301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Integration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Integration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/ci-check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Release readiness check</a:t>
                      </a:r>
                    </a:p>
                  </a:txBody>
                  <a:tcPr/>
                </a:tc>
              </a:tr>
              <a:tr h="248301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Planning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AI Planning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/dep-discover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Dependency map, health report</a:t>
                      </a:r>
                    </a:p>
                  </a:txBody>
                  <a:tcPr/>
                </a:tc>
              </a:tr>
              <a:tr h="248308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Planning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Change Mgmt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/impact-assess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Impact assessment report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Pillar 5: Git Version Control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spcAft>
                <a:spcPts val="600"/>
              </a:spcAft>
            </a:pPr>
            <a:r>
              <a:rPr b="1"/>
              <a:t>Git is the single source of truth:</a:t>
            </a:r>
          </a:p>
          <a:p>
            <a:pPr>
              <a:spcAft>
                <a:spcPts val="600"/>
              </a:spcAft>
            </a:pPr>
            <a:r>
              <a:t>  </a:t>
            </a:r>
            <a:r>
              <a:rPr b="1"/>
              <a:t>All artifacts in one repo</a:t>
            </a:r>
            <a:r>
              <a:t> – Docs, diagrams, code, and tests together</a:t>
            </a:r>
          </a:p>
          <a:p>
            <a:pPr>
              <a:spcAft>
                <a:spcPts val="600"/>
              </a:spcAft>
            </a:pPr>
            <a:r>
              <a:t>  </a:t>
            </a:r>
            <a:r>
              <a:rPr b="1"/>
              <a:t>Pull Request workflow</a:t>
            </a:r>
            <a:r>
              <a:t> – Every change is reviewed (by humans AND AI)</a:t>
            </a:r>
          </a:p>
          <a:p>
            <a:pPr>
              <a:spcAft>
                <a:spcPts val="600"/>
              </a:spcAft>
            </a:pPr>
            <a:r>
              <a:t>  </a:t>
            </a:r>
            <a:r>
              <a:rPr b="1"/>
              <a:t>Full history</a:t>
            </a:r>
            <a:r>
              <a:t> – Roll back any document to any point in time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5: Git Version Control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Pillar 6: AI Governance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6: AI Governance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9615"/>
                <a:gridCol w="3789615"/>
                <a:gridCol w="3789617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What It Does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Guardrails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Automatic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PII detection, hallucination prevention, output limits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Human-in-the-Loop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Always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VS Code</a:t>
                      </a:r>
                      <a:r>
                        <a:t>: Accept/Reject diffs before file changes apply. </a:t>
                      </a:r>
                      <a:r>
                        <a:rPr b="1"/>
                        <a:t>Agents</a:t>
                      </a:r>
                      <a:r>
                        <a:t>: Preview before saves.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Prompt-Ops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Automatic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Versioned prompts, testing, A/B comparison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Pillar 7: AI Planning Intelligence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7: AI Planning Intelligence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4423"/>
                <a:gridCol w="5684424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What It Does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Watches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Monitors Jira as items are created/edited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Discovers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Infers dependencies from story content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Suggests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Proposes missing links for human approval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Sequences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Recommends optimal build order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Alerts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Notifies when dependency health changes (🔴/🟡/🟢)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Predicts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Forecasts blockers 1-2 sprints ahead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Pillar 8: Change Management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8: Change Management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4423"/>
                <a:gridCol w="5684424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Change Type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AI Assesses Impact 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Add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PRD, Epics, Stories, Architecture, Timeline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Modify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Which artifacts need updates? How much rework?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Remove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What becomes orphaned? What's affected downstream?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Pillar 9: Context Management (Getting the Best from AI)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9: Context Management (Getting the Best from AI)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9615"/>
                <a:gridCol w="3789615"/>
                <a:gridCol w="3789617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Context Window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Equivalent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Gemini 2.0 Pro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2M tokens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~100K lines of code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Gemini 2.0 Flash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1M tokens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~50K lines of code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Code Assist (chat)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32K tokens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~1,600 lines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Code Assist (autocomplete)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8K tokens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~400 lines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9: Context Management (Getting the Best from AI) (Cont.)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2211"/>
                <a:gridCol w="2842211"/>
                <a:gridCol w="2842211"/>
                <a:gridCol w="2842214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Layer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What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When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Tool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1. Pre-Process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Summarize bulk docs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Before development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NotebookLM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2. Chunk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Hierarchical index → summary → detail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During setup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Manual structuring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3. Context Drawer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Explicitly include/exclude files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During coding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Code Assist UI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4. Caching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Reuse common context (STYLEGUIDE, glossary)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0969" y="1800450"/>
          <a:ext cx="1136884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4423"/>
                <a:gridCol w="5684424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Strategy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Description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Progressive Disclosure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Start with summaries, load details on demand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Reference Linking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Link to docs instead of embedding full content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Semantic Chunking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Add metadata (ID, summary, keywords) to chunks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Task-Specific Assembly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Match context to the type of work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>
              <a:spcAft>
                <a:spcPts val="600"/>
              </a:spcAft>
            </a:pPr>
            <a:r>
              <a:t>---</a:t>
            </a:r>
          </a:p>
          <a:p>
            <a:pPr>
              <a:spcAft>
                <a:spcPts val="600"/>
              </a:spcAft>
            </a:pPr>
            <a:r>
              <a:rPr b="1"/>
              <a:t>Document Structure for Context Optimization</a:t>
            </a:r>
          </a:p>
          <a:p>
            <a:pPr>
              <a:spcAft>
                <a:spcPts val="600"/>
              </a:spcAft>
            </a:pPr>
            <a:r>
              <a:rPr>
                <a:latin typeface="Courier New"/>
              </a:rPr>
              <a:t/>
            </a:r>
            <a:r>
              <a:rPr>
                <a:latin typeface="Courier New"/>
              </a:rPr>
              <a:t/>
            </a:r>
          </a:p>
          <a:p>
            <a:pPr>
              <a:spcAft>
                <a:spcPts val="600"/>
              </a:spcAft>
            </a:pPr>
            <a:r>
              <a:t>docs/</a:t>
            </a:r>
          </a:p>
          <a:p>
            <a:pPr>
              <a:spcAft>
                <a:spcPts val="600"/>
              </a:spcAft>
            </a:pPr>
            <a:r>
              <a:t>├── context/                  # Pre-computed summaries</a:t>
            </a:r>
          </a:p>
          <a:p>
            <a:pPr>
              <a:spcAft>
                <a:spcPts val="600"/>
              </a:spcAft>
            </a:pPr>
            <a:r>
              <a:t>│   ├── architecture-summary.md</a:t>
            </a:r>
          </a:p>
          <a:p>
            <a:pPr>
              <a:spcAft>
                <a:spcPts val="600"/>
              </a:spcAft>
            </a:pPr>
            <a:r>
              <a:t>│   ├── api-index.md</a:t>
            </a:r>
          </a:p>
          <a:p>
            <a:pPr>
              <a:spcAft>
                <a:spcPts val="600"/>
              </a:spcAft>
            </a:pPr>
            <a:r>
              <a:t>│   └── glossary.md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9: Context Management (Getting the Best from AI) (Cont.)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>
              <a:spcAft>
                <a:spcPts val="600"/>
              </a:spcAft>
            </a:pPr>
            <a:r>
              <a:t>├── architecture/</a:t>
            </a:r>
          </a:p>
          <a:p>
            <a:pPr>
              <a:spcAft>
                <a:spcPts val="600"/>
              </a:spcAft>
            </a:pPr>
            <a:r>
              <a:t>│   ├── index.md              # Links to all sections</a:t>
            </a:r>
          </a:p>
          <a:p>
            <a:pPr>
              <a:spcAft>
                <a:spcPts val="600"/>
              </a:spcAft>
            </a:pPr>
            <a:r>
              <a:t>│   ├── summaries/            # Quick reference</a:t>
            </a:r>
          </a:p>
          <a:p>
            <a:pPr>
              <a:spcAft>
                <a:spcPts val="600"/>
              </a:spcAft>
            </a:pPr>
            <a:r>
              <a:t>│   └── details/              # Full specs</a:t>
            </a:r>
          </a:p>
          <a:p>
            <a:pPr>
              <a:spcAft>
                <a:spcPts val="600"/>
              </a:spcAft>
            </a:pPr>
            <a:r>
              <a:t>└── .gemini/</a:t>
            </a:r>
          </a:p>
          <a:p>
            <a:pPr>
              <a:spcAft>
                <a:spcPts val="600"/>
              </a:spcAft>
            </a:pPr>
            <a:r>
              <a:t>└── context-profiles/     # Work-type profiles</a:t>
            </a:r>
          </a:p>
          <a:p>
            <a:pPr>
              <a:spcAft>
                <a:spcPts val="600"/>
              </a:spcAft>
            </a:pPr>
            <a:r>
              <a:rPr>
                <a:latin typeface="Courier New"/>
              </a:rPr>
              <a:t/>
            </a:r>
            <a:r>
              <a:rPr>
                <a:latin typeface="Courier New"/>
              </a:rPr>
              <a:t/>
            </a:r>
          </a:p>
          <a:p>
            <a:pPr>
              <a:spcAft>
                <a:spcPts val="600"/>
              </a:spcAft>
            </a:pPr>
            <a:r>
              <a:t>---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9: Context Management (Getting the Best from AI) (Cont.)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9: Context Management (Getting the Best from AI) (Cont.)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4423"/>
                <a:gridCol w="5684424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Do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Don't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✅ Pre-summarize large docs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❌ Load entire codebase every time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✅ Create index files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❌ Embed full specs in stories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✅ Use Context Drawer to exclude irrelevant paths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❌ Include node_modules, dist, etc.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✅ Cache STYLEGUIDE.md and glossary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❌ Re-send common context every request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✅ Chunk by meaning (semantic)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❌ Chunk by arbitrary size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9: Context Management (Getting the Best from AI) (Cont.)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4423"/>
                <a:gridCol w="5684424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What It Tracks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Session Log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Agent used, tools run, outcomes, open questions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Entity Registry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Domain entities discovered (CRUD, states)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Resumption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Where user left off, next steps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Pillar 10: Jira Integration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10: Jira Integration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4423"/>
                <a:gridCol w="5684424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Operation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Traceability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Sync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Markdown docs auto-create Jira tickets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Link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PRD -&gt; Epic -&gt; Story -&gt; Test links maintained automatically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0969" y="1800450"/>
          <a:ext cx="1136884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9615"/>
                <a:gridCol w="3789615"/>
                <a:gridCol w="3789617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Operation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Jira API Call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When Used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Create Epic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POST /rest/api/3/issue</a:t>
                      </a:r>
                      <a:r>
                        <a:t> (type: Epic)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After Epic decomposition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Create Story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POST /rest/api/3/issue</a:t>
                      </a:r>
                      <a:r>
                        <a:t> (type: Story)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After story generation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Link to Parent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POST /rest/api/3/issueLink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Link Story → Epic → PRD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Update 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PUT /rest/api/3/issue/{id}/transitions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On status change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Add Attachment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POST /rest/api/3/issue/{id}/attachments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Attach Gherkin, diagrams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Sync Description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PUT /rest/api/3/issue/{id}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Update from markdown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Read Issue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GET /rest/api/3/issue/{id}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Sync back to local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Search Issues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GET /rest/api/3/search</a:t>
                      </a:r>
                      <a:r>
                        <a:t> (JQL)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Find related items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Detailed Workflow: Requirements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Requirements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9615"/>
                <a:gridCol w="3789615"/>
                <a:gridCol w="3789617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Layer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Artifact Type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Format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Layer 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Program Requirements Document (PRD)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Markdown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Layer 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Epic Definitions &amp; User Stories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Markdown + Gherkin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Layer 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Wireframes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PNG/Excalidraw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Layer 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Architecture Constraints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ADRs, Diagrams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>
              <a:spcAft>
                <a:spcPts val="600"/>
              </a:spcAft>
            </a:pPr>
            <a:r>
              <a:rPr b="1"/>
              <a:t>3. The AI Workflow</a:t>
            </a:r>
          </a:p>
          <a:p>
            <a:pPr>
              <a:spcAft>
                <a:spcPts val="600"/>
              </a:spcAft>
            </a:pPr>
            <a:r>
              <a:rPr b="1"/>
              <a:t>Inputs:</a:t>
            </a:r>
            <a:r>
              <a:t> Stakeholder docs, Meeting transcripts, Brainstorming sessions</a:t>
            </a:r>
          </a:p>
          <a:p>
            <a:pPr>
              <a:spcAft>
                <a:spcPts val="600"/>
              </a:spcAft>
            </a:pPr>
            <a:r>
              <a:rPr b="1"/>
              <a:t>AI Actions:</a:t>
            </a:r>
            <a:r>
              <a:t> NotebookLM synthesizes → AI extracts epics → AI generates Gherkin → AI creates wireframes</a:t>
            </a:r>
          </a:p>
          <a:p>
            <a:pPr>
              <a:spcAft>
                <a:spcPts val="600"/>
              </a:spcAft>
            </a:pPr>
            <a:r>
              <a:rPr b="1"/>
              <a:t>Outputs:</a:t>
            </a:r>
            <a:r>
              <a:t> Structured PRD, Epic docs with acceptance criteria, UX flows</a:t>
            </a:r>
          </a:p>
          <a:p>
            <a:pPr>
              <a:spcAft>
                <a:spcPts val="600"/>
              </a:spcAft>
            </a:pPr>
            <a:r>
              <a:rPr b="1"/>
              <a:t>4. The States of Information</a:t>
            </a:r>
          </a:p>
          <a:p>
            <a:pPr>
              <a:spcAft>
                <a:spcPts val="600"/>
              </a:spcAft>
            </a:pPr>
            <a:r>
              <a:rPr b="1"/>
              <a:t>How AI processes information in 3 states:</a:t>
            </a:r>
          </a:p>
          <a:p>
            <a:pPr>
              <a:spcAft>
                <a:spcPts val="600"/>
              </a:spcAft>
            </a:pPr>
            <a:r>
              <a:t>  </a:t>
            </a:r>
            <a:r>
              <a:rPr b="1"/>
              <a:t>(Solid) Documentation – NotebookLM:</a:t>
            </a:r>
          </a:p>
          <a:p>
            <a:pPr>
              <a:spcAft>
                <a:spcPts val="600"/>
              </a:spcAft>
            </a:pPr>
            <a:r>
              <a:t>  Summarizes existing docs, finds conflicts, extracts topics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Requirements (Cont.)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>
              <a:spcAft>
                <a:spcPts val="600"/>
              </a:spcAft>
            </a:pPr>
            <a:r>
              <a:t>  Includes regulatory docs, SOPs, legacy code summaries, database schemas</a:t>
            </a:r>
          </a:p>
          <a:p>
            <a:pPr>
              <a:spcAft>
                <a:spcPts val="600"/>
              </a:spcAft>
            </a:pPr>
            <a:r>
              <a:t>  </a:t>
            </a:r>
            <a:r>
              <a:rPr b="1"/>
              <a:t>(Liquid) Conversation – AI Transcription:</a:t>
            </a:r>
          </a:p>
          <a:p>
            <a:pPr>
              <a:spcAft>
                <a:spcPts val="600"/>
              </a:spcAft>
            </a:pPr>
            <a:r>
              <a:t>  Meeting transcripts captured by AI</a:t>
            </a:r>
          </a:p>
          <a:p>
            <a:pPr>
              <a:spcAft>
                <a:spcPts val="600"/>
              </a:spcAft>
            </a:pPr>
            <a:r>
              <a:t>  AI synthesis of stakeholder discussions (from transcripts)</a:t>
            </a:r>
          </a:p>
          <a:p>
            <a:pPr>
              <a:spcAft>
                <a:spcPts val="600"/>
              </a:spcAft>
            </a:pPr>
            <a:r>
              <a:t>  </a:t>
            </a:r>
            <a:r>
              <a:rPr b="1"/>
              <a:t>(Gas) Unspoken Ideas – AI Brainstorming:</a:t>
            </a:r>
          </a:p>
          <a:p>
            <a:pPr>
              <a:spcAft>
                <a:spcPts val="600"/>
              </a:spcAft>
            </a:pPr>
            <a:r>
              <a:t>  Edge case stress-testing, persona simulation</a:t>
            </a:r>
          </a:p>
          <a:p>
            <a:pPr>
              <a:spcAft>
                <a:spcPts val="600"/>
              </a:spcAft>
            </a:pPr>
            <a:r>
              <a:t>  Mind mapping, form-filling, BDD/Gherkin translation</a:t>
            </a:r>
          </a:p>
          <a:p>
            <a:pPr>
              <a:spcAft>
                <a:spcPts val="600"/>
              </a:spcAft>
            </a:pPr>
            <a:r>
              <a:t>  Requirements traceability automation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Requirements (Cont.)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>
              <a:spcAft>
                <a:spcPts val="600"/>
              </a:spcAft>
            </a:pPr>
            <a:r>
              <a:t>---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Requirements (Cont.)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Detailed Workflow: Epic Decomposition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spcAft>
                <a:spcPts val="600"/>
              </a:spcAft>
            </a:pPr>
            <a:r>
              <a:rPr b="1"/>
              <a:t>1. The Framework: Vertical Slicing + SPIDR</a:t>
            </a:r>
          </a:p>
          <a:p>
            <a:pPr>
              <a:spcAft>
                <a:spcPts val="600"/>
              </a:spcAft>
            </a:pPr>
            <a:r>
              <a:rPr b="1"/>
              <a:t>Two types of epics:</a:t>
            </a:r>
          </a:p>
          <a:p>
            <a:pPr>
              <a:spcAft>
                <a:spcPts val="600"/>
              </a:spcAft>
            </a:pPr>
            <a:r>
              <a:t>  </a:t>
            </a:r>
            <a:r>
              <a:rPr b="1"/>
              <a:t>Business Epics:</a:t>
            </a:r>
            <a:r>
              <a:t> User-facing capability that delivers end-to-end value (from PRD functional requirements)</a:t>
            </a:r>
          </a:p>
          <a:p>
            <a:pPr>
              <a:spcAft>
                <a:spcPts val="600"/>
              </a:spcAft>
            </a:pPr>
            <a:r>
              <a:t>  </a:t>
            </a:r>
            <a:r>
              <a:rPr b="1"/>
              <a:t>Enabler Epics:</a:t>
            </a:r>
            <a:r>
              <a:t> Infrastructure or services needed to support business epics (from Architecture Hub)</a:t>
            </a:r>
          </a:p>
          <a:p>
            <a:pPr>
              <a:spcAft>
                <a:spcPts val="600"/>
              </a:spcAft>
            </a:pPr>
            <a:r>
              <a:rPr b="1"/>
              <a:t>Vertical Slicing Rule:</a:t>
            </a:r>
          </a:p>
          <a:p>
            <a:pPr>
              <a:spcAft>
                <a:spcPts val="600"/>
              </a:spcAft>
            </a:pPr>
            <a:r>
              <a:t>  Every epic cuts through all layers: </a:t>
            </a:r>
            <a:r>
              <a:rPr b="1"/>
              <a:t>UI → API → Database</a:t>
            </a:r>
          </a:p>
          <a:p>
            <a:pPr>
              <a:spcAft>
                <a:spcPts val="600"/>
              </a:spcAft>
            </a:pPr>
            <a:r>
              <a:t>  </a:t>
            </a:r>
            <a:r>
              <a:rPr b="1"/>
              <a:t>Why for AI:</a:t>
            </a:r>
            <a:r>
              <a:t> Provides complete context for code generation (user click → data persistence)</a:t>
            </a:r>
          </a:p>
          <a:p>
            <a:pPr>
              <a:spcAft>
                <a:spcPts val="600"/>
              </a:spcAft>
            </a:pPr>
            <a:r>
              <a:rPr b="1"/>
              <a:t>SPIDR Splitting Patterns: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Epic Decomposition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Epic Decomposition (Cont.)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9615"/>
                <a:gridCol w="3789615"/>
                <a:gridCol w="3789617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Pattern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When to Use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Example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Spike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Unknowns need research first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"Evaluate payment gateways"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Path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Happy path vs. error handling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"Submit claim" vs. "Handle rejection"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Interface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Different platforms/complexities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"Mobile checkout" vs. "Web checkout"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Data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Different data sources/types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"Import CSV" vs. "API sync"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Rules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Complex business logic splits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"Simple quote" vs. "Multi-car quote"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0969" y="1800450"/>
          <a:ext cx="1136884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2211"/>
                <a:gridCol w="2842211"/>
                <a:gridCol w="2842211"/>
                <a:gridCol w="2842214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Artifact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Format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Content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Storage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Epic Document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Markdown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Scope, Success metrics, Dependencies, Story themes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docs/epics/epic-*.md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Epic Acceptance Criteria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Gherkin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High-level acceptance criteria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Inside epic doc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Jira Epic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Jira ticket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Synced from doc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Jira (linked to PRD)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>
              <a:spcAft>
                <a:spcPts val="600"/>
              </a:spcAft>
            </a:pPr>
            <a:r>
              <a:rPr b="1"/>
              <a:t>3. The AI Workflow</a:t>
            </a:r>
          </a:p>
          <a:p>
            <a:pPr>
              <a:spcAft>
                <a:spcPts val="600"/>
              </a:spcAft>
            </a:pPr>
            <a:r>
              <a:rPr b="1"/>
              <a:t>Inputs:</a:t>
            </a:r>
            <a:r>
              <a:t> PRD (functional requirements) + Architecture Hub (technical constraints)</a:t>
            </a:r>
          </a:p>
          <a:p>
            <a:pPr>
              <a:spcAft>
                <a:spcPts val="600"/>
              </a:spcAft>
            </a:pPr>
            <a:r>
              <a:rPr b="1"/>
              <a:t>AI Actions:</a:t>
            </a:r>
          </a:p>
          <a:p>
            <a:pPr>
              <a:spcAft>
                <a:spcPts val="600"/>
              </a:spcAft>
            </a:pPr>
            <a:r>
              <a:t>1. Analyze PRD outcomes → Propose candidate epics (Business + Enabler)</a:t>
            </a:r>
          </a:p>
          <a:p>
            <a:pPr>
              <a:spcAft>
                <a:spcPts val="600"/>
              </a:spcAft>
            </a:pPr>
            <a:r>
              <a:t>2. Generate scope definition (In Scope / Out of Scope) for review</a:t>
            </a:r>
          </a:p>
          <a:p>
            <a:pPr>
              <a:spcAft>
                <a:spcPts val="600"/>
              </a:spcAft>
            </a:pPr>
            <a:r>
              <a:t>3. Validate vertical slice (check epic spans UI/API/DB)</a:t>
            </a:r>
          </a:p>
          <a:p>
            <a:pPr>
              <a:spcAft>
                <a:spcPts val="600"/>
              </a:spcAft>
            </a:pPr>
            <a:r>
              <a:t>4. Extract dependencies (flag enabler epics required first)</a:t>
            </a:r>
          </a:p>
          <a:p>
            <a:pPr>
              <a:spcAft>
                <a:spcPts val="600"/>
              </a:spcAft>
            </a:pPr>
            <a:r>
              <a:t>5. Sync to Jira with traceability links to PRD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Epic Decomposition (Cont.)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>
              <a:spcAft>
                <a:spcPts val="600"/>
              </a:spcAft>
            </a:pPr>
            <a:r>
              <a:rPr b="1"/>
              <a:t>Outputs:</a:t>
            </a:r>
            <a:r>
              <a:t> Epic documents with vertical scope, Jira epics with linked PRD sections</a:t>
            </a:r>
          </a:p>
          <a:p>
            <a:pPr>
              <a:spcAft>
                <a:spcPts val="600"/>
              </a:spcAft>
            </a:pPr>
            <a:r>
              <a:rPr b="1"/>
              <a:t>Live Jira Sync:</a:t>
            </a:r>
            <a:r>
              <a:t> Epic docs (markdown) ↔ Jira epics (bi-directional, auto-creates traceability links)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Epic Decomposition (Cont.)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Detailed Workflow: User Story Elaboration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spcAft>
                <a:spcPts val="600"/>
              </a:spcAft>
            </a:pPr>
            <a:r>
              <a:rPr b="1"/>
              <a:t>1. The Framework: Epic to Stories</a:t>
            </a:r>
          </a:p>
          <a:p>
            <a:pPr>
              <a:spcAft>
                <a:spcPts val="600"/>
              </a:spcAft>
            </a:pPr>
            <a:r>
              <a:rPr b="1"/>
              <a:t>Story Decomposition:</a:t>
            </a:r>
          </a:p>
          <a:p>
            <a:pPr>
              <a:spcAft>
                <a:spcPts val="600"/>
              </a:spcAft>
            </a:pPr>
            <a:r>
              <a:t>  Break epic into small vertical slices (each = 1-3 days of work)</a:t>
            </a:r>
          </a:p>
          <a:p>
            <a:pPr>
              <a:spcAft>
                <a:spcPts val="600"/>
              </a:spcAft>
            </a:pPr>
            <a:r>
              <a:t>  Each story delivers testable, end-to-end value (UI → API → DB)</a:t>
            </a:r>
          </a:p>
          <a:p>
            <a:pPr>
              <a:spcAft>
                <a:spcPts val="600"/>
              </a:spcAft>
            </a:pPr>
            <a:r>
              <a:rPr b="1"/>
              <a:t>Decomposition Steps:</a:t>
            </a:r>
          </a:p>
          <a:p>
            <a:pPr>
              <a:spcAft>
                <a:spcPts val="600"/>
              </a:spcAft>
            </a:pPr>
            <a:r>
              <a:t>1. Map the user journey for the epic</a:t>
            </a:r>
          </a:p>
          <a:p>
            <a:pPr>
              <a:spcAft>
                <a:spcPts val="600"/>
              </a:spcAft>
            </a:pPr>
            <a:r>
              <a:t>2. Identify each distinct step or action</a:t>
            </a:r>
          </a:p>
          <a:p>
            <a:pPr>
              <a:spcAft>
                <a:spcPts val="600"/>
              </a:spcAft>
            </a:pPr>
            <a:r>
              <a:t>3. Turn each step into a story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User Story Elaboration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User Story Elaboration (Cont.)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2211"/>
                <a:gridCol w="2842211"/>
                <a:gridCol w="2842211"/>
                <a:gridCol w="2842214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Artifact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Format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Purpose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Generated By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Story Ticket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Jira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Complete context for dev + AI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AI scaffolded / Human refined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Gherkin ACs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.feature</a:t>
                      </a:r>
                      <a:r>
                        <a:t> file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Executable specifications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AI from examples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E2E Test Stub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Playwright </a:t>
                      </a:r>
                      <a:r>
                        <a:rPr>
                          <a:latin typeface="Courier New"/>
                        </a:rPr>
                        <a:t>.spec.ts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Test automation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AI from Gherkin + Wireframes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Implementation Checklist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Markdown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Files, APIs, functions to modify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AI from Architecture Hub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>
              <a:spcAft>
                <a:spcPts val="600"/>
              </a:spcAft>
            </a:pPr>
            <a:r>
              <a:rPr b="1"/>
              <a:t>Story Structure (5 Sections):</a:t>
            </a:r>
          </a:p>
          <a:p>
            <a:pPr>
              <a:spcAft>
                <a:spcPts val="600"/>
              </a:spcAft>
            </a:pPr>
            <a:r>
              <a:t>1. </a:t>
            </a:r>
            <a:r>
              <a:rPr b="1"/>
              <a:t>Context Links:</a:t>
            </a:r>
            <a:r>
              <a:t> Epic, PRD, API contracts, Data models, Wireframes</a:t>
            </a:r>
          </a:p>
          <a:p>
            <a:pPr>
              <a:spcAft>
                <a:spcPts val="600"/>
              </a:spcAft>
            </a:pPr>
            <a:r>
              <a:t>2. </a:t>
            </a:r>
            <a:r>
              <a:rPr b="1"/>
              <a:t>Gherkin ACs:</a:t>
            </a:r>
            <a:r>
              <a:t> Given/When/Then scenarios</a:t>
            </a:r>
          </a:p>
          <a:p>
            <a:pPr>
              <a:spcAft>
                <a:spcPts val="600"/>
              </a:spcAft>
            </a:pPr>
            <a:r>
              <a:t>3. </a:t>
            </a:r>
            <a:r>
              <a:rPr b="1"/>
              <a:t>Technical Brief:</a:t>
            </a:r>
            <a:r>
              <a:t> Files to modify, API endpoints, Environment vars</a:t>
            </a:r>
          </a:p>
          <a:p>
            <a:pPr>
              <a:spcAft>
                <a:spcPts val="600"/>
              </a:spcAft>
            </a:pPr>
            <a:r>
              <a:t>4. </a:t>
            </a:r>
            <a:r>
              <a:rPr b="1"/>
              <a:t>AI Collaboration Plan:</a:t>
            </a:r>
            <a:r>
              <a:t> Step-by-step AI generation instructions</a:t>
            </a:r>
          </a:p>
          <a:p>
            <a:pPr>
              <a:spcAft>
                <a:spcPts val="600"/>
              </a:spcAft>
            </a:pPr>
            <a:r>
              <a:t>5. </a:t>
            </a:r>
            <a:r>
              <a:rPr b="1"/>
              <a:t>Manual Validation:</a:t>
            </a:r>
            <a:r>
              <a:t> UI aesthetics, accessibility checks</a:t>
            </a:r>
          </a:p>
          <a:p>
            <a:pPr>
              <a:spcAft>
                <a:spcPts val="600"/>
              </a:spcAft>
            </a:pPr>
            <a:r>
              <a:rPr b="1"/>
              <a:t>3. The AI Workflow</a:t>
            </a:r>
          </a:p>
          <a:p>
            <a:pPr>
              <a:spcAft>
                <a:spcPts val="600"/>
              </a:spcAft>
            </a:pPr>
            <a:r>
              <a:rPr b="1"/>
              <a:t>Inputs: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User Story Elaboration (Cont.)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>
              <a:spcAft>
                <a:spcPts val="600"/>
              </a:spcAft>
            </a:pPr>
            <a:r>
              <a:t>Parent Epic</a:t>
            </a:r>
          </a:p>
          <a:p>
            <a:pPr>
              <a:spcAft>
                <a:spcPts val="600"/>
              </a:spcAft>
            </a:pPr>
            <a:r>
              <a:t>Architecture Hub (API contracts, data models)</a:t>
            </a:r>
          </a:p>
          <a:p>
            <a:pPr>
              <a:spcAft>
                <a:spcPts val="600"/>
              </a:spcAft>
            </a:pPr>
            <a:r>
              <a:t>UX Design Hub (wireframes for this story's screens)</a:t>
            </a:r>
          </a:p>
          <a:p>
            <a:pPr>
              <a:spcAft>
                <a:spcPts val="600"/>
              </a:spcAft>
            </a:pPr>
            <a:r>
              <a:rPr b="1"/>
              <a:t>AI Actions:</a:t>
            </a:r>
          </a:p>
          <a:p>
            <a:pPr>
              <a:spcAft>
                <a:spcPts val="600"/>
              </a:spcAft>
            </a:pPr>
            <a:r>
              <a:t>1. Generate story ticket structure with context links pre-populated</a:t>
            </a:r>
          </a:p>
          <a:p>
            <a:pPr>
              <a:spcAft>
                <a:spcPts val="600"/>
              </a:spcAft>
            </a:pPr>
            <a:r>
              <a:t>2. Convert business examples to Gherkin Given/When/Then scenarios</a:t>
            </a:r>
          </a:p>
          <a:p>
            <a:pPr>
              <a:spcAft>
                <a:spcPts val="600"/>
              </a:spcAft>
            </a:pPr>
            <a:r>
              <a:t>3. Extract implementation details from Architecture Hub (API endpoints, data fields, files)</a:t>
            </a:r>
          </a:p>
          <a:p>
            <a:pPr>
              <a:spcAft>
                <a:spcPts val="600"/>
              </a:spcAft>
            </a:pPr>
            <a:r>
              <a:t>4. Generate Playwright test stub using Gherkin + Wireframes for semantic selectors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User Story Elaboration (Cont.)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>
              <a:spcAft>
                <a:spcPts val="600"/>
              </a:spcAft>
            </a:pPr>
            <a:r>
              <a:t>5. Sync to Jira with all artifacts linked</a:t>
            </a:r>
          </a:p>
          <a:p>
            <a:pPr>
              <a:spcAft>
                <a:spcPts val="600"/>
              </a:spcAft>
            </a:pPr>
            <a:r>
              <a:rPr b="1"/>
              <a:t>Outputs:</a:t>
            </a:r>
          </a:p>
          <a:p>
            <a:pPr>
              <a:spcAft>
                <a:spcPts val="600"/>
              </a:spcAft>
            </a:pPr>
            <a:r>
              <a:t>Jira story (ready for development)</a:t>
            </a:r>
          </a:p>
          <a:p>
            <a:pPr>
              <a:spcAft>
                <a:spcPts val="600"/>
              </a:spcAft>
            </a:pPr>
            <a:r>
              <a:t>Gherkin </a:t>
            </a:r>
            <a:r>
              <a:rPr>
                <a:latin typeface="Courier New"/>
              </a:rPr>
              <a:t>.feature</a:t>
            </a:r>
            <a:r>
              <a:t> file</a:t>
            </a:r>
          </a:p>
          <a:p>
            <a:pPr>
              <a:spcAft>
                <a:spcPts val="600"/>
              </a:spcAft>
            </a:pPr>
            <a:r>
              <a:t>Playwright test stub (before code exists)</a:t>
            </a:r>
          </a:p>
          <a:p>
            <a:pPr>
              <a:spcAft>
                <a:spcPts val="600"/>
              </a:spcAft>
            </a:pPr>
            <a:r>
              <a:t>Implementation checklist</a:t>
            </a:r>
          </a:p>
          <a:p>
            <a:pPr>
              <a:spcAft>
                <a:spcPts val="600"/>
              </a:spcAft>
            </a:pPr>
            <a:r>
              <a:rPr b="1"/>
              <a:t>Integration Points:</a:t>
            </a:r>
          </a:p>
          <a:p>
            <a:pPr>
              <a:spcAft>
                <a:spcPts val="600"/>
              </a:spcAft>
            </a:pPr>
            <a:r>
              <a:t>  </a:t>
            </a:r>
            <a:r>
              <a:rPr b="1"/>
              <a:t>From Architecture:</a:t>
            </a:r>
            <a:r>
              <a:t> API contracts → Technical brief, Data models → Test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User Story Elaboration (Cont.)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>
              <a:spcAft>
                <a:spcPts val="600"/>
              </a:spcAft>
            </a:pPr>
            <a:r>
              <a:t>  </a:t>
            </a:r>
            <a:r>
              <a:rPr b="1"/>
              <a:t>From UX:</a:t>
            </a:r>
            <a:r>
              <a:t> Wireframes → Semantic selectors (</a:t>
            </a:r>
            <a:r>
              <a:rPr>
                <a:latin typeface="Courier New"/>
              </a:rPr>
              <a:t>getByRole</a:t>
            </a:r>
            <a:r>
              <a:t>), Flows → Test scenarios</a:t>
            </a:r>
          </a:p>
          <a:p>
            <a:pPr>
              <a:spcAft>
                <a:spcPts val="600"/>
              </a:spcAft>
            </a:pPr>
            <a:r>
              <a:t>  </a:t>
            </a:r>
            <a:r>
              <a:rPr b="1"/>
              <a:t>To Testing:</a:t>
            </a:r>
            <a:r>
              <a:t> Gherkin ACs → E2E tests (Dimension 4), Implementation plan → Unit tests (Dimension 2)</a:t>
            </a:r>
          </a:p>
          <a:p>
            <a:pPr>
              <a:spcAft>
                <a:spcPts val="600"/>
              </a:spcAft>
            </a:pPr>
            <a:r>
              <a:rPr b="1"/>
              <a:t>Live Jira Sync:</a:t>
            </a:r>
            <a:r>
              <a:t> Story docs ↔ Jira tickets (bi-directional, all context links auto-populated)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User Story Elaboration (Cont.)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Detailed Workflow: UX Design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UX Design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9615"/>
                <a:gridCol w="3789615"/>
                <a:gridCol w="3789617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Artifact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Format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Purpose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User Journey Maps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Mermaid </a:t>
                      </a:r>
                      <a:r>
                        <a:rPr>
                          <a:latin typeface="Courier New"/>
                        </a:rPr>
                        <a:t>journey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Emotional arc of experience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User Flow Diagrams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Mermaid </a:t>
                      </a:r>
                      <a:r>
                        <a:rPr>
                          <a:latin typeface="Courier New"/>
                        </a:rPr>
                        <a:t>flowchart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Logical steps and decisions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Wireframes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PNG/Excalidraw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Visual layout (Mid-Fi)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State Diagrams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Mermaid </a:t>
                      </a:r>
                      <a:r>
                        <a:rPr>
                          <a:latin typeface="Courier New"/>
                        </a:rPr>
                        <a:t>stateDiagram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Screen states (Loading, Error, etc.)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>
              <a:spcAft>
                <a:spcPts val="600"/>
              </a:spcAft>
            </a:pPr>
            <a:r>
              <a:rPr b="1"/>
              <a:t>3. The AI Workflow</a:t>
            </a:r>
          </a:p>
          <a:p>
            <a:pPr>
              <a:spcAft>
                <a:spcPts val="600"/>
              </a:spcAft>
            </a:pPr>
            <a:r>
              <a:rPr b="1"/>
              <a:t>Inputs:</a:t>
            </a:r>
            <a:r>
              <a:t> All Epics + PRD + Personas (loaded simultaneously)</a:t>
            </a:r>
          </a:p>
          <a:p>
            <a:pPr>
              <a:spcAft>
                <a:spcPts val="600"/>
              </a:spcAft>
            </a:pPr>
            <a:r>
              <a:rPr b="1"/>
              <a:t>AI Actions:</a:t>
            </a:r>
            <a:r>
              <a:t> Maps flows → Generates wireframes → Evaluates heuristics → Tests with personas</a:t>
            </a:r>
          </a:p>
          <a:p>
            <a:pPr>
              <a:spcAft>
                <a:spcPts val="600"/>
              </a:spcAft>
            </a:pPr>
            <a:r>
              <a:rPr b="1"/>
              <a:t>Outputs:</a:t>
            </a:r>
            <a:r>
              <a:t> User Journeys, Flow Diagrams, Wireframes, State Diagrams</a:t>
            </a:r>
          </a:p>
          <a:p>
            <a:pPr>
              <a:spcAft>
                <a:spcPts val="600"/>
              </a:spcAft>
            </a:pPr>
            <a:r>
              <a:rPr b="1"/>
              <a:t>4. System-Wide UX (The Holistic Advantage)</a:t>
            </a:r>
          </a:p>
          <a:p>
            <a:pPr>
              <a:spcAft>
                <a:spcPts val="600"/>
              </a:spcAft>
            </a:pPr>
            <a:r>
              <a:rPr b="1"/>
              <a:t>The AI Capability:</a:t>
            </a:r>
          </a:p>
          <a:p>
            <a:pPr>
              <a:spcAft>
                <a:spcPts val="600"/>
              </a:spcAft>
            </a:pPr>
            <a:r>
              <a:t>  </a:t>
            </a:r>
            <a:r>
              <a:rPr b="1"/>
              <a:t>Information Architecture:</a:t>
            </a:r>
            <a:r>
              <a:t> Consistent navigation across all features</a:t>
            </a:r>
          </a:p>
          <a:p>
            <a:pPr>
              <a:spcAft>
                <a:spcPts val="600"/>
              </a:spcAft>
            </a:pPr>
            <a:r>
              <a:t>  </a:t>
            </a:r>
            <a:r>
              <a:rPr b="1"/>
              <a:t>Cross-Epic Flows:</a:t>
            </a:r>
            <a:r>
              <a:t> Identifies connections (e.g., "Order Tracking" links to "Checkout")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UX Design (Cont.)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>
              <a:spcAft>
                <a:spcPts val="600"/>
              </a:spcAft>
            </a:pPr>
            <a:r>
              <a:t>  </a:t>
            </a:r>
            <a:r>
              <a:rPr b="1"/>
              <a:t>Design System:</a:t>
            </a:r>
            <a:r>
              <a:t> Reusable components used consistently</a:t>
            </a:r>
          </a:p>
          <a:p>
            <a:pPr>
              <a:spcAft>
                <a:spcPts val="600"/>
              </a:spcAft>
            </a:pPr>
            <a:r>
              <a:rPr b="1"/>
              <a:t>The Result:</a:t>
            </a:r>
            <a:r>
              <a:t> Cohesive, conflict-free UX in one shot.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UX Design (Cont.)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Detailed Workflow: Architecture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Architecture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9615"/>
                <a:gridCol w="3789615"/>
                <a:gridCol w="3789617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Diagram Type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Purpose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System Structure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C4 Model (Mermaid)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High-level logical blocks (App, API, DB)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Cloud Anatomy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Python Diagrams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Physical resources (GCP Cloud Run, Firestore)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Data Structure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DBML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Entity-Relationship Diagrams (tables, relationships)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Logic Flow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Sequence Diagrams (Mermaid)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Step-by-step service interactions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>
              <a:spcAft>
                <a:spcPts val="600"/>
              </a:spcAft>
            </a:pPr>
            <a:r>
              <a:rPr b="1"/>
              <a:t>3. The AI Workflow</a:t>
            </a:r>
          </a:p>
          <a:p>
            <a:pPr>
              <a:spcAft>
                <a:spcPts val="600"/>
              </a:spcAft>
            </a:pPr>
            <a:r>
              <a:rPr b="1"/>
              <a:t>Inputs:</a:t>
            </a:r>
            <a:r>
              <a:t> PRD + Architecture requirements</a:t>
            </a:r>
          </a:p>
          <a:p>
            <a:pPr>
              <a:spcAft>
                <a:spcPts val="600"/>
              </a:spcAft>
            </a:pPr>
            <a:r>
              <a:rPr b="1"/>
              <a:t>AI Actions:</a:t>
            </a:r>
            <a:r>
              <a:t> Reads prompt-hub/ARCH_001-004 → Generates diagrams</a:t>
            </a:r>
          </a:p>
          <a:p>
            <a:pPr>
              <a:spcAft>
                <a:spcPts val="600"/>
              </a:spcAft>
            </a:pPr>
            <a:r>
              <a:rPr b="1"/>
              <a:t>Outputs:</a:t>
            </a:r>
            <a:r>
              <a:t> Mermaid (C4, Sequence), DBML (ERD), Python code (Infrastructure diagrams)</a:t>
            </a:r>
          </a:p>
          <a:p>
            <a:pPr>
              <a:spcAft>
                <a:spcPts val="600"/>
              </a:spcAft>
            </a:pPr>
            <a:r>
              <a:rPr b="1"/>
              <a:t>4 API Contracts</a:t>
            </a:r>
          </a:p>
          <a:p>
            <a:pPr>
              <a:spcAft>
                <a:spcPts val="600"/>
              </a:spcAft>
            </a:pPr>
            <a:r>
              <a:t>  Machine-readable specifications: OpenAPI (REST), .proto files (gRPC)</a:t>
            </a:r>
          </a:p>
          <a:p>
            <a:pPr>
              <a:spcAft>
                <a:spcPts val="600"/>
              </a:spcAft>
            </a:pPr>
            <a:r>
              <a:rPr b="1"/>
              <a:t>5: Data Models &amp; Schemas</a:t>
            </a:r>
          </a:p>
          <a:p>
            <a:pPr>
              <a:spcAft>
                <a:spcPts val="600"/>
              </a:spcAft>
            </a:pPr>
            <a:r>
              <a:t>  Database schemas (Cloud SQL), Firestore models, JSON schemas (message queues)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Architecture (Cont.)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>
              <a:spcAft>
                <a:spcPts val="600"/>
              </a:spcAft>
            </a:pPr>
            <a:r>
              <a:rPr b="1"/>
              <a:t>6. The AI Workflow</a:t>
            </a:r>
          </a:p>
          <a:p>
            <a:pPr>
              <a:spcAft>
                <a:spcPts val="600"/>
              </a:spcAft>
            </a:pPr>
            <a:r>
              <a:rPr b="1"/>
              <a:t>Inputs:</a:t>
            </a:r>
            <a:r>
              <a:t> PRD + Architecture requirements</a:t>
            </a:r>
          </a:p>
          <a:p>
            <a:pPr>
              <a:spcAft>
                <a:spcPts val="600"/>
              </a:spcAft>
            </a:pPr>
            <a:r>
              <a:rPr b="1"/>
              <a:t>AI Actions:</a:t>
            </a:r>
            <a:r>
              <a:t> Uses prompt-hub/ARCH_002-003 → Generates contracts</a:t>
            </a:r>
          </a:p>
          <a:p>
            <a:pPr>
              <a:spcAft>
                <a:spcPts val="600"/>
              </a:spcAft>
            </a:pPr>
            <a:r>
              <a:rPr b="1"/>
              <a:t>Outputs:</a:t>
            </a:r>
            <a:r>
              <a:t> OpenAPI YAML files, DBML schemas, JSON Schema definitions</a:t>
            </a:r>
          </a:p>
          <a:p>
            <a:pPr>
              <a:spcAft>
                <a:spcPts val="600"/>
              </a:spcAft>
            </a:pPr>
            <a:r>
              <a:t>---</a:t>
            </a:r>
          </a:p>
          <a:p>
            <a:pPr>
              <a:spcAft>
                <a:spcPts val="600"/>
              </a:spcAft>
            </a:pPr>
            <a:r>
              <a:rPr b="1"/>
              <a:t>Comprehensive Base:</a:t>
            </a:r>
          </a:p>
          <a:p>
            <a:pPr>
              <a:spcAft>
                <a:spcPts val="600"/>
              </a:spcAft>
            </a:pPr>
            <a:r>
              <a:t>  The </a:t>
            </a:r>
            <a:r>
              <a:rPr b="1"/>
              <a:t>WHAT</a:t>
            </a:r>
            <a:r>
              <a:t> (Diagrams)</a:t>
            </a:r>
          </a:p>
          <a:p>
            <a:pPr>
              <a:spcAft>
                <a:spcPts val="600"/>
              </a:spcAft>
            </a:pPr>
            <a:r>
              <a:t>  The </a:t>
            </a:r>
            <a:r>
              <a:rPr b="1"/>
              <a:t>HOW</a:t>
            </a:r>
            <a:r>
              <a:t> (API &amp; Data)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Architecture (Cont.)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>
              <a:spcAft>
                <a:spcPts val="600"/>
              </a:spcAft>
            </a:pPr>
            <a:r>
              <a:t>  The </a:t>
            </a:r>
            <a:r>
              <a:rPr b="1"/>
              <a:t>SAFE/SCALABLE</a:t>
            </a:r>
            <a:r>
              <a:t> (IAM, Governance, Resiliency) - </a:t>
            </a:r>
            <a:r>
              <a:rPr i="1"/>
              <a:t>for later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Architecture (Cont.)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Detailed Workflow: Interfaces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Interfaces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769"/>
                <a:gridCol w="2273769"/>
                <a:gridCol w="2273769"/>
                <a:gridCol w="2273769"/>
                <a:gridCol w="2273771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Layer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What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When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AI Command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Output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1. Context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Visual map of ALL connections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PRD/Architecture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/interface-discover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C4 Context Diagram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2. Catalog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Master inventory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Epic Decomposition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/interface-discover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Interface Catalog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3. Specification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Detailed per-interface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Story/Architecture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/interface-spec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INT-*.md specs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4. Testing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Contract tests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Testing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/interface-test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Pact/pandera tests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Interfaces (Cont.)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2211"/>
                <a:gridCol w="2842211"/>
                <a:gridCol w="2842211"/>
                <a:gridCol w="2842214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Direction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Examples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Protocol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API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In/Out/Both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REST, gRPC, SOAP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HTTPS, HTTP/2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File - Inbound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We receive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SFTP pickup, S3 drop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SFTP, S3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File - Outbound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We send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SFTP push, S3 upload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SFTP, S3, FTP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Event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Publish/Subscribe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Pub/Sub, Kafka, webhooks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Various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>
              <a:spcAft>
                <a:spcPts val="600"/>
              </a:spcAft>
            </a:pPr>
            <a:r>
              <a:t>3. 🤖 </a:t>
            </a:r>
            <a:r>
              <a:rPr b="1"/>
              <a:t>Test:</a:t>
            </a:r>
            <a:r>
              <a:t> Generate contract tests, schema validation, mocks</a:t>
            </a:r>
          </a:p>
          <a:p>
            <a:pPr>
              <a:spcAft>
                <a:spcPts val="600"/>
              </a:spcAft>
            </a:pPr>
            <a:r>
              <a:rPr b="1"/>
              <a:t>HITL:</a:t>
            </a:r>
            <a:r>
              <a:t> Interface specs reviewed before implementation</a:t>
            </a:r>
          </a:p>
          <a:p>
            <a:pPr>
              <a:spcAft>
                <a:spcPts val="600"/>
              </a:spcAft>
            </a:pPr>
            <a:r>
              <a:t>---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Interfaces (Cont.)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Detailed Workflow: Implementation (The Context-Driven Developer)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spcAft>
                <a:spcPts val="600"/>
              </a:spcAft>
            </a:pPr>
            <a:r>
              <a:rPr b="1"/>
              <a:t>1. The Framework: AI-Paired Workflow</a:t>
            </a:r>
          </a:p>
          <a:p>
            <a:pPr>
              <a:spcAft>
                <a:spcPts val="600"/>
              </a:spcAft>
            </a:pPr>
            <a:r>
              <a:rPr b="1"/>
              <a:t>Philosophy:</a:t>
            </a:r>
            <a:r>
              <a:t> Context-Driven Development (The "Prompt Package" Approach)</a:t>
            </a:r>
          </a:p>
          <a:p>
            <a:pPr>
              <a:spcAft>
                <a:spcPts val="600"/>
              </a:spcAft>
            </a:pPr>
            <a:r>
              <a:t>  </a:t>
            </a:r>
            <a:r>
              <a:rPr b="1"/>
              <a:t>The Shift:</a:t>
            </a:r>
            <a:r>
              <a:t> Developer moves from "Code Author" to "Reviewer &amp; Architect"</a:t>
            </a:r>
          </a:p>
          <a:p>
            <a:pPr>
              <a:spcAft>
                <a:spcPts val="600"/>
              </a:spcAft>
            </a:pPr>
            <a:r>
              <a:t>  </a:t>
            </a:r>
            <a:r>
              <a:rPr b="1"/>
              <a:t>The Input:</a:t>
            </a:r>
            <a:r>
              <a:t> Not just a text story, but a pre-assembled context packet (The Prompt Package)</a:t>
            </a:r>
          </a:p>
          <a:p>
            <a:pPr>
              <a:spcAft>
                <a:spcPts val="600"/>
              </a:spcAft>
            </a:pPr>
            <a:r>
              <a:t>  </a:t>
            </a:r>
            <a:r>
              <a:rPr b="1"/>
              <a:t>The Environment:</a:t>
            </a:r>
          </a:p>
          <a:p>
            <a:pPr>
              <a:spcAft>
                <a:spcPts val="600"/>
              </a:spcAft>
            </a:pPr>
            <a:r>
              <a:t>Development: VS Code + Gemini Code Assist (Chat, Inline, Agent Mode, Code Review)</a:t>
            </a:r>
          </a:p>
          <a:p>
            <a:pPr>
              <a:spcAft>
                <a:spcPts val="600"/>
              </a:spcAft>
            </a:pPr>
            <a:r>
              <a:t>Deployment: Gemini CLI (Cloud Run </a:t>
            </a:r>
            <a:r>
              <a:rPr>
                <a:latin typeface="Courier New"/>
              </a:rPr>
              <a:t>/deploy</a:t>
            </a:r>
            <a:r>
              <a:t>, Vertex AI MLOps)</a:t>
            </a:r>
          </a:p>
          <a:p>
            <a:pPr>
              <a:spcAft>
                <a:spcPts val="600"/>
              </a:spcAft>
            </a:pPr>
            <a:r>
              <a:rPr b="1"/>
              <a:t>2. The Outputs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Implementation (The Context-Driven Developer)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Implementation (The Context-Driven Developer) (Cont.)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9615"/>
                <a:gridCol w="3789615"/>
                <a:gridCol w="3789617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Artifact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Content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Verified By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Test Suite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Unit tests + E2E Stubs (Playwright)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Automated CI (Vitest/Playwright)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Source Code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Implementation matching patterns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Linter + Peer Review + Gemini Code Review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Deployed Service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Cloud Run / Cloud Functions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Gemini CLI deployment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Pull Request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Context-linked PR description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AI summarizer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>
              <a:spcAft>
                <a:spcPts val="600"/>
              </a:spcAft>
            </a:pPr>
            <a:r>
              <a:t>2.  </a:t>
            </a:r>
            <a:r>
              <a:rPr b="1"/>
              <a:t>Test (Red):</a:t>
            </a:r>
            <a:r>
              <a:t> Generate failing tests from Gherkin ACs</a:t>
            </a:r>
          </a:p>
          <a:p>
            <a:pPr>
              <a:spcAft>
                <a:spcPts val="600"/>
              </a:spcAft>
            </a:pPr>
            <a:r>
              <a:t>3.  </a:t>
            </a:r>
            <a:r>
              <a:rPr b="1"/>
              <a:t>Code (Green):</a:t>
            </a:r>
            <a:r>
              <a:t> Write code to pass tests using Design System</a:t>
            </a:r>
          </a:p>
          <a:p>
            <a:pPr>
              <a:spcAft>
                <a:spcPts val="600"/>
              </a:spcAft>
            </a:pPr>
            <a:r>
              <a:t>4.  </a:t>
            </a:r>
            <a:r>
              <a:rPr b="1"/>
              <a:t>Refactor:</a:t>
            </a:r>
            <a:r>
              <a:t> Optimize and clean up code</a:t>
            </a:r>
          </a:p>
          <a:p>
            <a:pPr>
              <a:spcAft>
                <a:spcPts val="600"/>
              </a:spcAft>
            </a:pPr>
            <a:r>
              <a:rPr b="1"/>
              <a:t>AI Actions (Deployment Phase - CLI):</a:t>
            </a:r>
          </a:p>
          <a:p>
            <a:pPr>
              <a:spcAft>
                <a:spcPts val="600"/>
              </a:spcAft>
            </a:pPr>
            <a:r>
              <a:t>5.  </a:t>
            </a:r>
            <a:r>
              <a:rPr b="1"/>
              <a:t>Deploy:</a:t>
            </a:r>
            <a:r>
              <a:t> CLI </a:t>
            </a:r>
            <a:r>
              <a:rPr>
                <a:latin typeface="Courier New"/>
              </a:rPr>
              <a:t>/deploy</a:t>
            </a:r>
            <a:r>
              <a:t> command (Cloud Run/Functions)</a:t>
            </a:r>
          </a:p>
          <a:p>
            <a:pPr>
              <a:spcAft>
                <a:spcPts val="600"/>
              </a:spcAft>
            </a:pPr>
            <a:r>
              <a:t>6.  </a:t>
            </a:r>
            <a:r>
              <a:rPr b="1"/>
              <a:t>MLOps:</a:t>
            </a:r>
            <a:r>
              <a:t> Deploy models to Vertex AI (if applicable)</a:t>
            </a:r>
          </a:p>
          <a:p>
            <a:pPr>
              <a:spcAft>
                <a:spcPts val="600"/>
              </a:spcAft>
            </a:pPr>
            <a:r>
              <a:rPr b="1"/>
              <a:t>Jira Sync:</a:t>
            </a:r>
            <a:r>
              <a:t> Status updates, time logging, and PR linking</a:t>
            </a:r>
          </a:p>
          <a:p>
            <a:pPr>
              <a:spcAft>
                <a:spcPts val="600"/>
              </a:spcAft>
            </a:pPr>
            <a:r>
              <a:t>---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Implementation (The Context-Driven Developer) (Cont.)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Detailed Workflow: Testing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Testing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9615"/>
                <a:gridCol w="3789615"/>
                <a:gridCol w="3789617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When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Dimension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AI Does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During Requirements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1. Simulation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AI simulates personas, finds edge cases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During Story Writing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4. Behavior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AI generates E2E scripts from Gherkin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During Architecture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3. Contracts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AI generates contract tests from OpenAPI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During Implementation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2. Components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AI generates unit tests (TDD support)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Before Release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5. Resilience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AI generates load scripts, chaos experiments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Testing (Cont.)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2211"/>
                <a:gridCol w="2842211"/>
                <a:gridCol w="2842211"/>
                <a:gridCol w="2842214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Artifact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AI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Command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What AI Generates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Test Plans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Test Plan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/test-plan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Coverage matrix, test IDs, traceability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Unit Tests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Test Plan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/test-plan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pytest / Vitest code with assertions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E2E Scripts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Test Plan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/test-plan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Playwright </a:t>
                      </a:r>
                      <a:r>
                        <a:rPr>
                          <a:latin typeface="Courier New"/>
                        </a:rPr>
                        <a:t>.spec.ts</a:t>
                      </a:r>
                      <a:r>
                        <a:t> with semantic locators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Simulation Reports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Simulation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/simulate-persona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Edge cases, accessibility tests per persona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Load Scripts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Resilience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/load-test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k6 / Locust scripts with thresholds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Chaos YAML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Resilience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/chaos-test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Chaos Mesh configs (requires approval)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Testing (Cont.)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2211"/>
                <a:gridCol w="2842211"/>
                <a:gridCol w="2842211"/>
                <a:gridCol w="2842214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Dimension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Input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AI Action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Output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1. Simulation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Personas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🤖 AI simulates user behaviors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Persona test reports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2. Components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Code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🤖 AI generates unit tests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pytest / Vitest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3. Contracts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OpenAPI specs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🤖 AI generates contract tests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Contract suites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4. Behavior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Gherkin ACs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🤖 AI generates E2E scripts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Playwright scripts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5. Resilience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Architecture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🤖 AI generates load/chaos tests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k6, Locust, Chaos Mesh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0969" y="1800450"/>
          <a:ext cx="1136884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2211"/>
                <a:gridCol w="2842211"/>
                <a:gridCol w="2842211"/>
                <a:gridCol w="2842214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Stage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What Happens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AI Role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Human Role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Plan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Test strategy created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🤖 AI drafts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✅ Human reviews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Script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Test code generated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🤖 AI writes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✅ Human reviews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Execute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Tests run in CI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🔧 Automated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Defects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Failures tracked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✅ Human triages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Automation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CI pipeline maintained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🔧 GitOps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>
              <a:spcAft>
                <a:spcPts val="600"/>
              </a:spcAft>
            </a:pPr>
            <a:r>
              <a:t>---</a:t>
            </a:r>
          </a:p>
          <a:p>
            <a:pPr>
              <a:spcAft>
                <a:spcPts val="600"/>
              </a:spcAft>
            </a:pPr>
            <a:r>
              <a:rPr b="1"/>
              <a:t>AI-Driven Test Generation Workflow</a:t>
            </a:r>
          </a:p>
          <a:p>
            <a:pPr>
              <a:spcAft>
                <a:spcPts val="600"/>
              </a:spcAft>
            </a:pPr>
            <a:r>
              <a:t>When a story moves to "Ready for Development":</a:t>
            </a:r>
          </a:p>
          <a:p>
            <a:pPr>
              <a:spcAft>
                <a:spcPts val="600"/>
              </a:spcAft>
            </a:pPr>
            <a:r>
              <a:t>1. 🤖 </a:t>
            </a:r>
            <a:r>
              <a:rPr b="1"/>
              <a:t>Parse Gherkin ACs</a:t>
            </a:r>
            <a:r>
              <a:t> → Generate test skeletons (Playwright)</a:t>
            </a:r>
          </a:p>
          <a:p>
            <a:pPr>
              <a:spcAft>
                <a:spcPts val="600"/>
              </a:spcAft>
            </a:pPr>
            <a:r>
              <a:t>2. 🤖 </a:t>
            </a:r>
            <a:r>
              <a:rPr b="1"/>
              <a:t>Suggest Edge Cases</a:t>
            </a:r>
            <a:r>
              <a:t> → AI adds commented-out additional tests</a:t>
            </a:r>
          </a:p>
          <a:p>
            <a:pPr>
              <a:spcAft>
                <a:spcPts val="600"/>
              </a:spcAft>
            </a:pPr>
            <a:r>
              <a:t>3. 🤖 </a:t>
            </a:r>
            <a:r>
              <a:rPr b="1"/>
              <a:t>Create PR</a:t>
            </a:r>
            <a:r>
              <a:t> → Test file committed, assigned to QA Engineer</a:t>
            </a:r>
          </a:p>
          <a:p>
            <a:pPr>
              <a:spcAft>
                <a:spcPts val="600"/>
              </a:spcAft>
            </a:pPr>
            <a:r>
              <a:t>4. ✅ </a:t>
            </a:r>
            <a:r>
              <a:rPr b="1"/>
              <a:t>Human Reviews</a:t>
            </a:r>
            <a:r>
              <a:t> → QA implements step definitions, reviews coverage</a:t>
            </a:r>
          </a:p>
          <a:p>
            <a:pPr lvl="1">
              <a:spcAft>
                <a:spcPts val="600"/>
              </a:spcAft>
              <a:defRPr i="1"/>
            </a:pPr>
            <a:r>
              <a:t>Result: By the time a developer starts, the test framework is already in place.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Testing (Cont.)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Testing (Cont.)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9615"/>
                <a:gridCol w="3789615"/>
                <a:gridCol w="3789617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Strategy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What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When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Ephemeral Environments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Pristine, isolated DB per test run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Every PR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Seed Data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Version-controlled synthetic data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Environment creation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Dynamic Data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Tests create/teardown own data via API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During execution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Pillar 9: Context Management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9: Context Management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9615"/>
                <a:gridCol w="3789615"/>
                <a:gridCol w="3789617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Context Window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Equivalent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Gemini 2.0 Pro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2M tokens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~100K lines of code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Gemini 2.0 Flash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1M tokens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~50K lines of code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Code Assist (chat)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32K tokens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~1,600 lines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Code Assist (autocomplete)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8K tokens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~400 lines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9: Context Management (Cont.)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2211"/>
                <a:gridCol w="2842211"/>
                <a:gridCol w="2842211"/>
                <a:gridCol w="2842214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Layer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What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When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Tool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1. Pre-Process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Summarize bulk docs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Before development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NotebookLM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2. Chunk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Hierarchical index → summary → detail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During setup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Manual structuring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3. Context Drawer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Explicitly include/exclude files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During coding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Code Assist UI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4. Caching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Reuse common context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Across sessions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Vertex AI API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0969" y="1800450"/>
          <a:ext cx="1136884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4423"/>
                <a:gridCol w="5684424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Strategy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Description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Progressive Disclosure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Start with summaries, load details on demand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Reference Linking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Link to docs instead of embedding full content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Semantic Chunking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Add metadata (ID, summary, keywords) to chunks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Task-Specific Assembly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Match context to the type of work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>
              <a:spcAft>
                <a:spcPts val="600"/>
              </a:spcAft>
            </a:pPr>
            <a:r>
              <a:t>---</a:t>
            </a:r>
          </a:p>
          <a:p>
            <a:pPr>
              <a:spcAft>
                <a:spcPts val="600"/>
              </a:spcAft>
            </a:pPr>
            <a:r>
              <a:rPr b="1"/>
              <a:t>Document Structure for Context Optimization</a:t>
            </a:r>
          </a:p>
          <a:p>
            <a:pPr>
              <a:spcAft>
                <a:spcPts val="600"/>
              </a:spcAft>
            </a:pPr>
            <a:r>
              <a:rPr>
                <a:latin typeface="Courier New"/>
              </a:rPr>
              <a:t/>
            </a:r>
            <a:r>
              <a:rPr>
                <a:latin typeface="Courier New"/>
              </a:rPr>
              <a:t/>
            </a:r>
          </a:p>
          <a:p>
            <a:pPr>
              <a:spcAft>
                <a:spcPts val="600"/>
              </a:spcAft>
            </a:pPr>
            <a:r>
              <a:t>docs/</a:t>
            </a:r>
          </a:p>
          <a:p>
            <a:pPr>
              <a:spcAft>
                <a:spcPts val="600"/>
              </a:spcAft>
            </a:pPr>
            <a:r>
              <a:t>├── context/                  # Pre-computed summaries</a:t>
            </a:r>
          </a:p>
          <a:p>
            <a:pPr>
              <a:spcAft>
                <a:spcPts val="600"/>
              </a:spcAft>
            </a:pPr>
            <a:r>
              <a:t>│   ├── architecture-summary.md</a:t>
            </a:r>
          </a:p>
          <a:p>
            <a:pPr>
              <a:spcAft>
                <a:spcPts val="600"/>
              </a:spcAft>
            </a:pPr>
            <a:r>
              <a:t>│   ├── api-index.md</a:t>
            </a:r>
          </a:p>
          <a:p>
            <a:pPr>
              <a:spcAft>
                <a:spcPts val="600"/>
              </a:spcAft>
            </a:pPr>
            <a:r>
              <a:t>│   └── glossary.md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9: Context Management (Cont.)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>
              <a:spcAft>
                <a:spcPts val="600"/>
              </a:spcAft>
            </a:pPr>
            <a:r>
              <a:t>├── architecture/</a:t>
            </a:r>
          </a:p>
          <a:p>
            <a:pPr>
              <a:spcAft>
                <a:spcPts val="600"/>
              </a:spcAft>
            </a:pPr>
            <a:r>
              <a:t>│   ├── index.md              # Links to all sections</a:t>
            </a:r>
          </a:p>
          <a:p>
            <a:pPr>
              <a:spcAft>
                <a:spcPts val="600"/>
              </a:spcAft>
            </a:pPr>
            <a:r>
              <a:t>│   ├── summaries/            # Quick reference</a:t>
            </a:r>
          </a:p>
          <a:p>
            <a:pPr>
              <a:spcAft>
                <a:spcPts val="600"/>
              </a:spcAft>
            </a:pPr>
            <a:r>
              <a:t>│   └── details/              # Full specs</a:t>
            </a:r>
          </a:p>
          <a:p>
            <a:pPr>
              <a:spcAft>
                <a:spcPts val="600"/>
              </a:spcAft>
            </a:pPr>
            <a:r>
              <a:t>└── .gemini/</a:t>
            </a:r>
          </a:p>
          <a:p>
            <a:pPr>
              <a:spcAft>
                <a:spcPts val="600"/>
              </a:spcAft>
            </a:pPr>
            <a:r>
              <a:t>└── context-profiles/     # Work-type profiles</a:t>
            </a:r>
          </a:p>
          <a:p>
            <a:pPr>
              <a:spcAft>
                <a:spcPts val="600"/>
              </a:spcAft>
            </a:pPr>
            <a:r>
              <a:rPr>
                <a:latin typeface="Courier New"/>
              </a:rPr>
              <a:t/>
            </a:r>
            <a:r>
              <a:rPr>
                <a:latin typeface="Courier New"/>
              </a:rPr>
              <a:t/>
            </a:r>
          </a:p>
          <a:p>
            <a:pPr>
              <a:spcAft>
                <a:spcPts val="600"/>
              </a:spcAft>
            </a:pPr>
            <a:r>
              <a:t>---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9: Context Management (Cont.)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9: Context Management (Cont.)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4423"/>
                <a:gridCol w="5684424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Do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Don't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✅ Pre-summarize large docs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❌ Load entire codebase every time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✅ Create index files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❌ Embed full specs in stories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✅ Use Context Drawer to exclude irrelevant paths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❌ Include node_modules, dist, etc.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✅ Cache STYLEGUIDE.md and glossary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❌ Re-send common context every request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✅ Chunk by meaning (semantic)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❌ Chunk by arbitrary size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9: Context Management (Cont.)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4423"/>
                <a:gridCol w="5684424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What It Tracks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Session Log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Agent used, tools run, outcomes, open questions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Entity Registry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Domain entities discovered (CRUD, states)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Resumption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Where user left off, next steps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Pillar 7: AI Planning Intelligence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7: AI Planning Intelligence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4423"/>
                <a:gridCol w="5684424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Discovers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AI infers dependencies from story content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Sequences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AI recommends optimal build order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Alerts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AI notifies when dependency health changes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lvl="1">
              <a:spcAft>
                <a:spcPts val="600"/>
              </a:spcAft>
              <a:defRPr i="1"/>
            </a:pPr>
            <a:r>
              <a:rPr b="1"/>
              <a:t>Key Insight:</a:t>
            </a:r>
            <a:r>
              <a:t> This is Jira-centric. AI watches Jira and alerts you.</a:t>
            </a:r>
          </a:p>
          <a:p>
            <a:pPr>
              <a:spcAft>
                <a:spcPts val="600"/>
              </a:spcAft>
            </a:pPr>
            <a:r>
              <a:t>---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7: AI Planning Intelligence (Cont.)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Pillar 8: Change Management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8: Change Management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4423"/>
                <a:gridCol w="5684424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Asesses Impact 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Questions Answered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PRD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Does this conflict with goals?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Epics/Stories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What needs to be added vs. reworked?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Architecture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Do we need new components?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Timeline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Does this fit in the sprint?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Appendix A: Agent Registry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A: Agent Registry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4221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2211"/>
                <a:gridCol w="2842211"/>
                <a:gridCol w="2842211"/>
                <a:gridCol w="2842214"/>
              </a:tblGrid>
              <a:tr h="281408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Pillar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Key Slash Commands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Output/Purpose</a:t>
                      </a:r>
                    </a:p>
                  </a:txBody>
                  <a:tcPr/>
                </a:tc>
              </a:tr>
              <a:tr h="281408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1: Home Base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Orchestrator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(User is Orchestrator)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Invokes all other agents</a:t>
                      </a:r>
                    </a:p>
                  </a:txBody>
                  <a:tcPr/>
                </a:tc>
              </a:tr>
              <a:tr h="281408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5: Requirements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PRD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/prd-discover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PRD from stakeholder input</a:t>
                      </a:r>
                    </a:p>
                  </a:txBody>
                  <a:tcPr/>
                </a:tc>
              </a:tr>
              <a:tr h="281408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5: Elaboration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Epic Decomposition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/epic-split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Break PRD into Epics</a:t>
                      </a:r>
                    </a:p>
                  </a:txBody>
                  <a:tcPr/>
                </a:tc>
              </a:tr>
              <a:tr h="281408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5: Elaboration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Story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/story-gen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Break Epic into Stories</a:t>
                      </a:r>
                    </a:p>
                  </a:txBody>
                  <a:tcPr/>
                </a:tc>
              </a:tr>
              <a:tr h="281408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5: Design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UX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/ux-personas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Personas &amp; Wireframes</a:t>
                      </a:r>
                    </a:p>
                  </a:txBody>
                  <a:tcPr/>
                </a:tc>
              </a:tr>
              <a:tr h="281408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5: Design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Interface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/interface-spec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API/Interface contracts</a:t>
                      </a:r>
                    </a:p>
                  </a:txBody>
                  <a:tcPr/>
                </a:tc>
              </a:tr>
              <a:tr h="281408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5: Design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Architecture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/arch-design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C4 Diagrams, ADRs</a:t>
                      </a:r>
                    </a:p>
                  </a:txBody>
                  <a:tcPr/>
                </a:tc>
              </a:tr>
              <a:tr h="281408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5: Build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Code Governance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/code-review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Compliance check</a:t>
                      </a:r>
                    </a:p>
                  </a:txBody>
                  <a:tcPr/>
                </a:tc>
              </a:tr>
              <a:tr h="281408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5: Test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Test Plan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/test-plan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E2E/Unit test plans</a:t>
                      </a:r>
                    </a:p>
                  </a:txBody>
                  <a:tcPr/>
                </a:tc>
              </a:tr>
              <a:tr h="281408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5: Test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Simulation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/simulate-persona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User behavior simulation</a:t>
                      </a:r>
                    </a:p>
                  </a:txBody>
                  <a:tcPr/>
                </a:tc>
              </a:tr>
              <a:tr h="281408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5: Test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Resilience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/chaos-test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Load &amp; failure testing</a:t>
                      </a:r>
                    </a:p>
                  </a:txBody>
                  <a:tcPr/>
                </a:tc>
              </a:tr>
              <a:tr h="281408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5: Release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Integration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/ci-check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Release readiness</a:t>
                      </a:r>
                    </a:p>
                  </a:txBody>
                  <a:tcPr/>
                </a:tc>
              </a:tr>
              <a:tr h="281408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8: Planning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AI Planning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/dep-discover</a:t>
                      </a:r>
                      <a:r>
                        <a:t> &lt;br&gt; </a:t>
                      </a:r>
                      <a:r>
                        <a:rPr>
                          <a:latin typeface="Courier New"/>
                        </a:rPr>
                        <a:t>/dep-health</a:t>
                      </a:r>
                      <a:r>
                        <a:t> &lt;br&gt; </a:t>
                      </a:r>
                      <a:r>
                        <a:rPr>
                          <a:latin typeface="Courier New"/>
                        </a:rPr>
                        <a:t>/dep-sequence</a:t>
                      </a:r>
                      <a:r>
                        <a:t> &lt;br&gt; </a:t>
                      </a:r>
                      <a:r>
                        <a:rPr>
                          <a:latin typeface="Courier New"/>
                        </a:rPr>
                        <a:t>/sprint-readiness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Dependency &amp; Health check</a:t>
                      </a:r>
                    </a:p>
                  </a:txBody>
                  <a:tcPr/>
                </a:tc>
              </a:tr>
              <a:tr h="281412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9: Change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b="1"/>
                        <a:t>Change Mgmt 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/impact-assess</a:t>
                      </a:r>
                      <a:r>
                        <a:t> &lt;br&gt; </a:t>
                      </a:r>
                      <a:r>
                        <a:rPr>
                          <a:latin typeface="Courier New"/>
                        </a:rPr>
                        <a:t>/scope-change</a:t>
                      </a:r>
                      <a:r>
                        <a:t> &lt;br&gt; </a:t>
                      </a:r>
                      <a:r>
                        <a:rPr>
                          <a:latin typeface="Courier New"/>
                        </a:rPr>
                        <a:t>/architecture-impact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What-If Impact Analysis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Appendix B: Prompt Registry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B: Prompt Registry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9615"/>
                <a:gridCol w="3789615"/>
                <a:gridCol w="3789617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Prompt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File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Purpose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PRD_GEN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PRD_GEN-synthesize-prd.md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Synthesize PRD from stakeholder input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PRD_GAP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PRD_GAP-identify-gaps.md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Identify requirements gaps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0969" y="1800450"/>
          <a:ext cx="1136884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9615"/>
                <a:gridCol w="3789615"/>
                <a:gridCol w="3789617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Prompt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File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Purpose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EPIC_GEN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EPIC_GEN-decompose-epics.md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Decompose PRD into Epics (SPIDR)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STORY_GEN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STORY_GEN-generate-stories.md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Generate User Stories from Epics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B: Prompt Registry (Cont.)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9615"/>
                <a:gridCol w="3789615"/>
                <a:gridCol w="3789617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Prompt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File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Purpose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UX_001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UX_001-flow-mapping.md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Map user flows and journeys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UX_002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UX_002-heuristic-review.md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Heuristic usability review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UX_003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UX_003-generate-wireframe.md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Generate wireframe descriptions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0969" y="1800450"/>
          <a:ext cx="1136884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9615"/>
                <a:gridCol w="3789615"/>
                <a:gridCol w="3789617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Prompt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File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Purpose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ARCH_001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ARCH_001-generate-c4.md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Generate C4 diagrams (Mermaid)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ARCH_002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ARCH_002-generate-dbml.md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Generate DBML data models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ARCH_003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ARCH_003-generate-openapi.md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Generate OpenAPI specs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ARCH_004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ARCH_004-generate-python-diagrams.md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Generate Python infrastructure diagrams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INT_DISCOVER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INT_DISCOVER-interface-discovery.md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Discover all system interfaces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INT_SPEC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INT_SPEC-interface-specification.md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Generate interface specifications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INT_TEST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INT_TEST-interface-tests.md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Generate interface contract tests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B: Prompt Registry (Cont.)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969" y="1800450"/>
          <a:ext cx="1136884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9615"/>
                <a:gridCol w="3789615"/>
                <a:gridCol w="3789617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Prompt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File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b="1" sz="1100"/>
                      </a:pPr>
                      <a:r>
                        <a:t>Purpose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TEST_GEN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TEST_GEN-generate-test-plan.md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Generate test plans from stories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SIM_001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SIM_001-persona-simulation.md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Persona-based simulation testing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LOAD_001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LOAD_001-generate-load-tests.md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Generate k6/Locust load tests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CHAOS_001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>
                          <a:latin typeface="Courier New"/>
                        </a:rPr>
                        <a:t>CHAOS_001-chaos-scenarios.md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Generate chaos engineering scenarios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Custom 11">
      <a:dk1>
        <a:srgbClr val="003359"/>
      </a:dk1>
      <a:lt1>
        <a:srgbClr val="FFFFFF"/>
      </a:lt1>
      <a:dk2>
        <a:srgbClr val="373737"/>
      </a:dk2>
      <a:lt2>
        <a:srgbClr val="D8DCDB"/>
      </a:lt2>
      <a:accent1>
        <a:srgbClr val="007DB3"/>
      </a:accent1>
      <a:accent2>
        <a:srgbClr val="003359"/>
      </a:accent2>
      <a:accent3>
        <a:srgbClr val="FF8C11"/>
      </a:accent3>
      <a:accent4>
        <a:srgbClr val="49C7EB"/>
      </a:accent4>
      <a:accent5>
        <a:srgbClr val="006140"/>
      </a:accent5>
      <a:accent6>
        <a:srgbClr val="A00C30"/>
      </a:accent6>
      <a:hlink>
        <a:srgbClr val="007DB3"/>
      </a:hlink>
      <a:folHlink>
        <a:srgbClr val="007DB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o_CleanDeck.pptx" id="{7DE52785-C7B9-4110-A6A7-1ABBEF27B600}" vid="{D9F37E43-A82F-4CA2-B3AF-2E3938B80957}"/>
    </a:ext>
  </a:extLst>
</a:theme>
</file>

<file path=ppt/theme/theme2.xml><?xml version="1.0" encoding="utf-8"?>
<a:theme xmlns:a="http://schemas.openxmlformats.org/drawingml/2006/main" name="Custom Design">
  <a:themeElements>
    <a:clrScheme name="Custom 11">
      <a:dk1>
        <a:srgbClr val="003359"/>
      </a:dk1>
      <a:lt1>
        <a:srgbClr val="FFFFFF"/>
      </a:lt1>
      <a:dk2>
        <a:srgbClr val="373737"/>
      </a:dk2>
      <a:lt2>
        <a:srgbClr val="D8DCDB"/>
      </a:lt2>
      <a:accent1>
        <a:srgbClr val="007DB3"/>
      </a:accent1>
      <a:accent2>
        <a:srgbClr val="003359"/>
      </a:accent2>
      <a:accent3>
        <a:srgbClr val="FF8C11"/>
      </a:accent3>
      <a:accent4>
        <a:srgbClr val="49C7EB"/>
      </a:accent4>
      <a:accent5>
        <a:srgbClr val="006140"/>
      </a:accent5>
      <a:accent6>
        <a:srgbClr val="A00C30"/>
      </a:accent6>
      <a:hlink>
        <a:srgbClr val="007DB3"/>
      </a:hlink>
      <a:folHlink>
        <a:srgbClr val="007DB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o_CleanDeck.pptx" id="{7DE52785-C7B9-4110-A6A7-1ABBEF27B600}" vid="{8FE8AF9C-05D2-4957-9DA2-2BC69500A53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D91EC1D9C47747B95C8DE029D3DF57" ma:contentTypeVersion="3" ma:contentTypeDescription="Create a new document." ma:contentTypeScope="" ma:versionID="dc7f9084e40ad41e57b4b41b4ed0fd4c">
  <xsd:schema xmlns:xsd="http://www.w3.org/2001/XMLSchema" xmlns:xs="http://www.w3.org/2001/XMLSchema" xmlns:p="http://schemas.microsoft.com/office/2006/metadata/properties" xmlns:ns2="b189ed59-ffa9-46cb-be7c-81a64a2427b7" targetNamespace="http://schemas.microsoft.com/office/2006/metadata/properties" ma:root="true" ma:fieldsID="324a1f71500e3fa9ae3ffde60cfc9257" ns2:_="">
    <xsd:import namespace="b189ed59-ffa9-46cb-be7c-81a64a2427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89ed59-ffa9-46cb-be7c-81a64a2427b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8ECC190-A101-441D-B6DE-671CDCB111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89ed59-ffa9-46cb-be7c-81a64a2427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38E1BA6-04EC-4390-8B2A-8C18C9FB1B81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microsoft.com/office/2006/metadata/properties"/>
    <ds:schemaRef ds:uri="http://purl.org/dc/elements/1.1/"/>
    <ds:schemaRef ds:uri="b189ed59-ffa9-46cb-be7c-81a64a2427b7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1DB20E3-3C49-41AF-AEFC-B08E666B396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cc05aab-6283-406f-8421-8fb05065eb76}" enabled="1" method="Standard" siteId="{6f8518e1-bbdc-41ae-a82c-024046d586d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2612</TotalTime>
  <Words>222</Words>
  <Application>Microsoft Office PowerPoint</Application>
  <PresentationFormat>Widescreen</PresentationFormat>
  <Paragraphs>20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1_Custom Design</vt:lpstr>
      <vt:lpstr>Custom Design</vt:lpstr>
      <vt:lpstr>PowerPoint Presentation</vt:lpstr>
      <vt:lpstr>PowerPoint Presentation</vt:lpstr>
      <vt:lpstr>PowerPoint Presentation</vt:lpstr>
    </vt:vector>
  </TitlesOfParts>
  <Company>Definity Financial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Mitch Kurylowicz(v)</dc:creator>
  <cp:lastModifiedBy>David Arthurs</cp:lastModifiedBy>
  <cp:revision>3</cp:revision>
  <dcterms:created xsi:type="dcterms:W3CDTF">2026-01-27T16:51:13Z</dcterms:created>
  <dcterms:modified xsi:type="dcterms:W3CDTF">2026-01-29T13:14:10Z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0x01010035D91EC1D9C47747B95C8DE029D3DF57</vt:lpwstr>
  </property>
</Properties>
</file>