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33" r:id="rId5"/>
  </p:sldMasterIdLst>
  <p:notesMasterIdLst>
    <p:notesMasterId r:id="rId9"/>
  </p:notesMasterIdLst>
  <p:sldIdLst>
    <p:sldId id="2147483617" r:id="rId6"/>
    <p:sldId id="2147483639" r:id="rId7"/>
    <p:sldId id="214748362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240E427-E078-0E53-0EE3-8C6EBADB7930}" name="David Bradfield" initials="DB" userId="S::DBR@economical.com::eb16601e-782f-489c-b947-eac7c8d2ced4" providerId="AD"/>
  <p188:author id="{64D4FD42-38CB-0DF0-A4D9-B897C5AF8EF8}" name="Mitch Kurylowicz(v)" initials="MK" userId="S::H1I@economical.com::d4383d18-8a36-4d2f-b7db-96579bf501ed" providerId="AD"/>
  <p188:author id="{FAA2B657-E3B1-21DC-8EDF-22E54C2D1FE5}" name="Glynda Gill" initials="GG" userId="S::NLA@economical.com::7141a9db-0786-4a75-82fe-5f99fbbe6e57" providerId="AD"/>
  <p188:author id="{CE5E59A7-4A64-00D0-4363-F3517D8EC46C}" name="David Arthurs" initials="DA" userId="S::k7g@economical.com::75eb4798-1d79-4258-92ba-8ea3f6b132e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DB3"/>
    <a:srgbClr val="004B83"/>
    <a:srgbClr val="008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341" autoAdjust="0"/>
  </p:normalViewPr>
  <p:slideViewPr>
    <p:cSldViewPr snapToGrid="0">
      <p:cViewPr varScale="1">
        <p:scale>
          <a:sx n="71" d="100"/>
          <a:sy n="71" d="100"/>
        </p:scale>
        <p:origin x="54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9EC940-9D3F-49EF-BADE-1C32EE05F27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8281F-E106-4713-A874-FFD518531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615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D758C-36CC-0049-08B8-9421A8268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3CF436-E2F6-0696-2DED-F8C29046C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C5C1FB-A1E6-3E7E-FB01-221626AAA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b="1"/>
              <a:t>Intro</a:t>
            </a:r>
          </a:p>
          <a:p>
            <a:pPr marL="171450" indent="-171450">
              <a:buFontTx/>
              <a:buChar char="-"/>
            </a:pPr>
            <a:r>
              <a:rPr lang="en-US" b="0"/>
              <a:t>The last time we provided an update to this group was at the end of November, and we have made significant progress since then</a:t>
            </a:r>
          </a:p>
          <a:p>
            <a:pPr marL="171450" indent="-171450">
              <a:buFontTx/>
              <a:buChar char="-"/>
            </a:pPr>
            <a:r>
              <a:rPr lang="en-US" b="0"/>
              <a:t>Our plans are locked, the asset inventory is defined, and we are well into execution mode on the path to April 5</a:t>
            </a:r>
          </a:p>
          <a:p>
            <a:pPr marL="0" indent="0">
              <a:buFontTx/>
              <a:buNone/>
            </a:pPr>
            <a:endParaRPr lang="en-US" b="1"/>
          </a:p>
          <a:p>
            <a:pPr marL="0" indent="0">
              <a:buFontTx/>
              <a:buNone/>
            </a:pPr>
            <a:r>
              <a:rPr lang="en-US" b="1"/>
              <a:t>Scope / Progress</a:t>
            </a:r>
          </a:p>
          <a:p>
            <a:pPr marL="171450" indent="-171450">
              <a:buFontTx/>
              <a:buChar char="-"/>
            </a:pPr>
            <a:r>
              <a:rPr lang="en-US"/>
              <a:t>Work is tracking well toward the brand and legal entity change date on April 5</a:t>
            </a:r>
          </a:p>
          <a:p>
            <a:pPr marL="171450" indent="-171450">
              <a:buFontTx/>
              <a:buChar char="-"/>
            </a:pPr>
            <a:r>
              <a:rPr lang="en-US"/>
              <a:t>80%+ of our legally required pre-April 5 disclaimer activities have been finalized, and the remainder are on track</a:t>
            </a:r>
          </a:p>
          <a:p>
            <a:pPr marL="171450" indent="-171450">
              <a:buFontTx/>
              <a:buChar char="-"/>
            </a:pPr>
            <a:r>
              <a:rPr lang="en-US"/>
              <a:t>On April 5, we will execute the name change from TICC and DICC and remove reference to Travelers across all customer-facing documents/assets</a:t>
            </a:r>
          </a:p>
          <a:p>
            <a:pPr marL="171450" indent="-171450">
              <a:buFontTx/>
              <a:buChar char="-"/>
            </a:pPr>
            <a:r>
              <a:rPr lang="en-US"/>
              <a:t>All changes are supported by a detailed change management and communication plan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pPr marL="0" indent="0">
              <a:buFontTx/>
              <a:buNone/>
            </a:pPr>
            <a:r>
              <a:rPr lang="en-US" b="1"/>
              <a:t>Post Close</a:t>
            </a:r>
          </a:p>
          <a:p>
            <a:pPr marL="171450" indent="-171450">
              <a:buFontTx/>
              <a:buChar char="-"/>
            </a:pPr>
            <a:r>
              <a:rPr lang="en-US"/>
              <a:t>Our governance is defined, with Tatjana and Craig serving as Executive Leaders</a:t>
            </a:r>
          </a:p>
          <a:p>
            <a:pPr marL="171450" indent="-171450">
              <a:buFontTx/>
              <a:buChar char="-"/>
            </a:pPr>
            <a:r>
              <a:rPr lang="en-US"/>
              <a:t>Our integrated plan is defined with critical path and dependencies mapped across the Brand program</a:t>
            </a:r>
          </a:p>
          <a:p>
            <a:pPr marL="171450" indent="-171450">
              <a:buFontTx/>
              <a:buChar char="-"/>
            </a:pPr>
            <a:r>
              <a:rPr lang="en-US"/>
              <a:t>We have a clear understanding of customer and broker impact prior to April 5, on April 5, and beyond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pPr marL="0" indent="0">
              <a:buFontTx/>
              <a:buNone/>
            </a:pPr>
            <a:r>
              <a:rPr lang="en-US" b="1"/>
              <a:t>Next Steps</a:t>
            </a:r>
          </a:p>
          <a:p>
            <a:pPr marL="171450" indent="-171450">
              <a:buFontTx/>
              <a:buChar char="-"/>
            </a:pPr>
            <a:r>
              <a:rPr lang="en-US"/>
              <a:t>Execution of April 5 plan is our main priority</a:t>
            </a:r>
          </a:p>
          <a:p>
            <a:pPr marL="171450" indent="-171450">
              <a:buFontTx/>
              <a:buChar char="-"/>
            </a:pPr>
            <a:r>
              <a:rPr lang="en-US"/>
              <a:t>In parallel, we will continue executing our brand communication plan </a:t>
            </a:r>
          </a:p>
          <a:p>
            <a:pPr marL="171450" indent="-171450">
              <a:buFontTx/>
              <a:buChar char="-"/>
            </a:pPr>
            <a:r>
              <a:rPr lang="en-US"/>
              <a:t>Following April 5, we will be running the remaining activities – there are only 3 milestones – as BAU business unit activities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0D687-066F-E5A5-AF07-24B2D8A71D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2039E7-663E-41A4-8391-75771A601AD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852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M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65" y="4132100"/>
            <a:ext cx="11170072" cy="11748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1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0965" y="1254798"/>
            <a:ext cx="11170072" cy="287721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F536E9C-3298-444F-9CD3-C7887F4881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8" y="515771"/>
            <a:ext cx="1645636" cy="45159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187A82-276C-5C42-A57D-AB76390758EE}"/>
              </a:ext>
            </a:extLst>
          </p:cNvPr>
          <p:cNvSpPr/>
          <p:nvPr userDrawn="1"/>
        </p:nvSpPr>
        <p:spPr>
          <a:xfrm>
            <a:off x="665178" y="1141467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8BC8AC-B5E6-6649-8047-ED45AE5B307A}"/>
              </a:ext>
            </a:extLst>
          </p:cNvPr>
          <p:cNvSpPr/>
          <p:nvPr userDrawn="1"/>
        </p:nvSpPr>
        <p:spPr>
          <a:xfrm>
            <a:off x="10300138" y="5588151"/>
            <a:ext cx="1891863" cy="1269851"/>
          </a:xfrm>
          <a:prstGeom prst="rect">
            <a:avLst/>
          </a:prstGeom>
          <a:solidFill>
            <a:schemeClr val="accent2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F2559-5D77-CA42-84F8-F4A65B9FB159}"/>
              </a:ext>
            </a:extLst>
          </p:cNvPr>
          <p:cNvSpPr/>
          <p:nvPr userDrawn="1"/>
        </p:nvSpPr>
        <p:spPr>
          <a:xfrm>
            <a:off x="11681039" y="5306928"/>
            <a:ext cx="510964" cy="592547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88985A-0E2B-D147-A6B2-64A42B53C78B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975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3BE44429-E125-FD48-B307-C8F635B52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965" y="4132104"/>
            <a:ext cx="11170072" cy="17031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1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F099FA-C3C5-5747-87DC-6B9F04B452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5" y="1254798"/>
            <a:ext cx="11170072" cy="287721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7" name="Picture 1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CC94E5-6F89-0A40-95FE-5CAF9D7C06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8" y="515771"/>
            <a:ext cx="1645636" cy="45159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8E38DC-713C-E54E-BAEA-DF304D022F53}"/>
              </a:ext>
            </a:extLst>
          </p:cNvPr>
          <p:cNvSpPr/>
          <p:nvPr userDrawn="1"/>
        </p:nvSpPr>
        <p:spPr>
          <a:xfrm>
            <a:off x="665178" y="1141467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99DD17-3F60-F44E-8CC2-A7B6112A776B}"/>
              </a:ext>
            </a:extLst>
          </p:cNvPr>
          <p:cNvSpPr/>
          <p:nvPr userDrawn="1"/>
        </p:nvSpPr>
        <p:spPr>
          <a:xfrm>
            <a:off x="10300138" y="5588151"/>
            <a:ext cx="1891863" cy="1269851"/>
          </a:xfrm>
          <a:prstGeom prst="rect">
            <a:avLst/>
          </a:prstGeom>
          <a:solidFill>
            <a:schemeClr val="accent1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F5E3CF-0A09-244E-97B2-2CC04B5E05BA}"/>
              </a:ext>
            </a:extLst>
          </p:cNvPr>
          <p:cNvSpPr/>
          <p:nvPr userDrawn="1"/>
        </p:nvSpPr>
        <p:spPr>
          <a:xfrm>
            <a:off x="11681039" y="5306928"/>
            <a:ext cx="510964" cy="592547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A45E4A-781E-2547-B561-A2CCD6A6AB02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69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no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1D6D8D54-1243-9E40-AD27-8A6A9C29B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00" y="4538546"/>
            <a:ext cx="8839200" cy="6430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1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852B2AA-608D-444B-8C06-31AA4AAD24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733553"/>
            <a:ext cx="9280736" cy="2588960"/>
          </a:xfrm>
          <a:prstGeom prst="rect">
            <a:avLst/>
          </a:prstGeom>
          <a:solidFill>
            <a:schemeClr val="accent1"/>
          </a:solidFill>
        </p:spPr>
        <p:txBody>
          <a:bodyPr lIns="457200" anchor="ctr">
            <a:noAutofit/>
          </a:bodyPr>
          <a:lstStyle>
            <a:lvl1pPr algn="l">
              <a:lnSpc>
                <a:spcPct val="80000"/>
              </a:lnSpc>
              <a:defRPr sz="5333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04BDEE-0A37-424A-AF5F-F7E7EEA414C4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95DA09-B784-4E24-A62A-1D0B7AA82C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449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9" y="1800450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5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9" y="836430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>
              <a:buNone/>
              <a:defRPr sz="2667" b="1"/>
            </a:lvl2pPr>
            <a:lvl3pPr marL="1219060" indent="0">
              <a:buNone/>
              <a:defRPr sz="2400" b="1"/>
            </a:lvl3pPr>
            <a:lvl4pPr marL="1828590" indent="0">
              <a:buNone/>
              <a:defRPr sz="2135" b="1"/>
            </a:lvl4pPr>
            <a:lvl5pPr marL="2438122" indent="0">
              <a:buNone/>
              <a:defRPr sz="2135" b="1"/>
            </a:lvl5pPr>
            <a:lvl6pPr marL="3047650" indent="0">
              <a:buNone/>
              <a:defRPr sz="2135" b="1"/>
            </a:lvl6pPr>
            <a:lvl7pPr marL="3657179" indent="0">
              <a:buNone/>
              <a:defRPr sz="2135" b="1"/>
            </a:lvl7pPr>
            <a:lvl8pPr marL="4266708" indent="0">
              <a:buNone/>
              <a:defRPr sz="2135" b="1"/>
            </a:lvl8pPr>
            <a:lvl9pPr marL="4876239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9E675885-A4C6-D54E-BE73-CE97C7B1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EBCAC59-8339-0B4C-A751-69CCB78EC8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9" y="6021919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45B1E9-155A-5B46-8B20-21551664F4B4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847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3" y="1814628"/>
            <a:ext cx="11368847" cy="4206947"/>
          </a:xfrm>
          <a:prstGeom prst="rect">
            <a:avLst/>
          </a:prstGeom>
        </p:spPr>
        <p:txBody>
          <a:bodyPr>
            <a:normAutofit/>
          </a:bodyPr>
          <a:lstStyle>
            <a:lvl1pPr marL="232808" indent="-232808">
              <a:spcBef>
                <a:spcPts val="41"/>
              </a:spcBef>
              <a:buClr>
                <a:srgbClr val="007DB3"/>
              </a:buClr>
              <a:buFont typeface="Arial" panose="020B0604020202020204" pitchFamily="34" charset="0"/>
              <a:buChar char="•"/>
              <a:tabLst/>
              <a:defRPr sz="2135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11647" indent="-230693">
              <a:spcBef>
                <a:spcPts val="41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135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7102" indent="-232808">
              <a:spcBef>
                <a:spcPts val="41"/>
              </a:spcBef>
              <a:buFont typeface="Arial" panose="020B0604020202020204" pitchFamily="34" charset="0"/>
              <a:buChar char="•"/>
              <a:tabLst/>
              <a:defRPr sz="2135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indent="-609531">
              <a:spcBef>
                <a:spcPts val="41"/>
              </a:spcBef>
              <a:defRPr sz="2135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609531">
              <a:spcBef>
                <a:spcPts val="41"/>
              </a:spcBef>
              <a:defRPr sz="240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E0200FB-8662-FB42-8B76-7A6BBD6CBBC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9" y="836430"/>
            <a:ext cx="11368847" cy="6413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>
              <a:buNone/>
              <a:defRPr sz="2667" b="1"/>
            </a:lvl2pPr>
            <a:lvl3pPr marL="1219060" indent="0">
              <a:buNone/>
              <a:defRPr sz="2400" b="1"/>
            </a:lvl3pPr>
            <a:lvl4pPr marL="1828590" indent="0">
              <a:buNone/>
              <a:defRPr sz="2135" b="1"/>
            </a:lvl4pPr>
            <a:lvl5pPr marL="2438122" indent="0">
              <a:buNone/>
              <a:defRPr sz="2135" b="1"/>
            </a:lvl5pPr>
            <a:lvl6pPr marL="3047650" indent="0">
              <a:buNone/>
              <a:defRPr sz="2135" b="1"/>
            </a:lvl6pPr>
            <a:lvl7pPr marL="3657179" indent="0">
              <a:buNone/>
              <a:defRPr sz="2135" b="1"/>
            </a:lvl7pPr>
            <a:lvl8pPr marL="4266708" indent="0">
              <a:buNone/>
              <a:defRPr sz="2135" b="1"/>
            </a:lvl8pPr>
            <a:lvl9pPr marL="4876239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296A31-A7F7-D84E-B2E6-9E920F91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B0C24-5E7B-0B43-A5E4-B22F6A4BA5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9" y="6021919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0687-B76F-F945-9659-9566E796CF75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F61CAED-2E89-4915-89DA-9BB4622E66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288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ntent with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510963" y="1814624"/>
            <a:ext cx="5386919" cy="42009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135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0"/>
          <p:cNvSpPr>
            <a:spLocks noGrp="1"/>
          </p:cNvSpPr>
          <p:nvPr>
            <p:ph type="pic" sz="quarter" idx="12"/>
          </p:nvPr>
        </p:nvSpPr>
        <p:spPr>
          <a:xfrm>
            <a:off x="6510873" y="1820593"/>
            <a:ext cx="536894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3F0855D-D27E-D044-9507-0386DFB277A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9" y="836430"/>
            <a:ext cx="11368847" cy="6413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>
              <a:buNone/>
              <a:defRPr sz="2667" b="1"/>
            </a:lvl2pPr>
            <a:lvl3pPr marL="1219060" indent="0">
              <a:buNone/>
              <a:defRPr sz="2400" b="1"/>
            </a:lvl3pPr>
            <a:lvl4pPr marL="1828590" indent="0">
              <a:buNone/>
              <a:defRPr sz="2135" b="1"/>
            </a:lvl4pPr>
            <a:lvl5pPr marL="2438122" indent="0">
              <a:buNone/>
              <a:defRPr sz="2135" b="1"/>
            </a:lvl5pPr>
            <a:lvl6pPr marL="3047650" indent="0">
              <a:buNone/>
              <a:defRPr sz="2135" b="1"/>
            </a:lvl6pPr>
            <a:lvl7pPr marL="3657179" indent="0">
              <a:buNone/>
              <a:defRPr sz="2135" b="1"/>
            </a:lvl7pPr>
            <a:lvl8pPr marL="4266708" indent="0">
              <a:buNone/>
              <a:defRPr sz="2135" b="1"/>
            </a:lvl8pPr>
            <a:lvl9pPr marL="4876239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570FEE-E9EA-444C-9557-98BDCCA4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B9DCEF9-A06A-6546-B194-1033E64EA2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119" y="6021919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216B2F-4B82-1E47-80FF-11B3DC572195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2F931DB-02CA-4FF4-B3F0-5AD678A4DC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502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ntent with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2"/>
          <p:cNvSpPr>
            <a:spLocks noGrp="1"/>
          </p:cNvSpPr>
          <p:nvPr>
            <p:ph type="chart" sz="quarter" idx="13"/>
          </p:nvPr>
        </p:nvSpPr>
        <p:spPr>
          <a:xfrm>
            <a:off x="6510866" y="1814624"/>
            <a:ext cx="5386919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343F201-1A36-A846-B8E1-9BDB2456AB9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9" y="836430"/>
            <a:ext cx="11368847" cy="6413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>
              <a:buNone/>
              <a:defRPr sz="2667" b="1"/>
            </a:lvl2pPr>
            <a:lvl3pPr marL="1219060" indent="0">
              <a:buNone/>
              <a:defRPr sz="2400" b="1"/>
            </a:lvl3pPr>
            <a:lvl4pPr marL="1828590" indent="0">
              <a:buNone/>
              <a:defRPr sz="2135" b="1"/>
            </a:lvl4pPr>
            <a:lvl5pPr marL="2438122" indent="0">
              <a:buNone/>
              <a:defRPr sz="2135" b="1"/>
            </a:lvl5pPr>
            <a:lvl6pPr marL="3047650" indent="0">
              <a:buNone/>
              <a:defRPr sz="2135" b="1"/>
            </a:lvl6pPr>
            <a:lvl7pPr marL="3657179" indent="0">
              <a:buNone/>
              <a:defRPr sz="2135" b="1"/>
            </a:lvl7pPr>
            <a:lvl8pPr marL="4266708" indent="0">
              <a:buNone/>
              <a:defRPr sz="2135" b="1"/>
            </a:lvl8pPr>
            <a:lvl9pPr marL="4876239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D33AAB0-4379-6548-B197-7B4EE7A4E1A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0963" y="1814624"/>
            <a:ext cx="5386919" cy="42009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2135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4BA434-82F6-CA4D-A903-D2A7F4D1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9A73125-8B3B-884E-B775-5CCB4F8AA0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119" y="6021919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FB5329-9842-8C41-A01E-F5C2974322E9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8F962A8-1AA5-4497-9DA2-652393AE65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027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ble Placeholder 2"/>
          <p:cNvSpPr>
            <a:spLocks noGrp="1"/>
          </p:cNvSpPr>
          <p:nvPr>
            <p:ph type="tbl" sz="quarter" idx="11"/>
          </p:nvPr>
        </p:nvSpPr>
        <p:spPr>
          <a:xfrm>
            <a:off x="674148" y="1814624"/>
            <a:ext cx="1090108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E92BF83-4408-3544-9CE2-F49CC1E3C39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6" y="608449"/>
            <a:ext cx="11368847" cy="6413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>
              <a:buNone/>
              <a:defRPr sz="2667" b="1"/>
            </a:lvl2pPr>
            <a:lvl3pPr marL="1219060" indent="0">
              <a:buNone/>
              <a:defRPr sz="2400" b="1"/>
            </a:lvl3pPr>
            <a:lvl4pPr marL="1828590" indent="0">
              <a:buNone/>
              <a:defRPr sz="2135" b="1"/>
            </a:lvl4pPr>
            <a:lvl5pPr marL="2438122" indent="0">
              <a:buNone/>
              <a:defRPr sz="2135" b="1"/>
            </a:lvl5pPr>
            <a:lvl6pPr marL="3047650" indent="0">
              <a:buNone/>
              <a:defRPr sz="2135" b="1"/>
            </a:lvl6pPr>
            <a:lvl7pPr marL="3657179" indent="0">
              <a:buNone/>
              <a:defRPr sz="2135" b="1"/>
            </a:lvl7pPr>
            <a:lvl8pPr marL="4266708" indent="0">
              <a:buNone/>
              <a:defRPr sz="2135" b="1"/>
            </a:lvl8pPr>
            <a:lvl9pPr marL="4876239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C7764A3-2202-3E4B-915A-C8744FD58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FA519D7-9E24-3746-AE1B-E258D1DF60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119" y="6021919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9AA64E-1FE4-DC40-8B34-C98CECB865C0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BE08BC-5F14-0370-5D8C-0E83BE86A0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392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no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73D82D-49C0-9248-AC68-5DD5FFEC5F89}"/>
              </a:ext>
            </a:extLst>
          </p:cNvPr>
          <p:cNvSpPr/>
          <p:nvPr userDrawn="1"/>
        </p:nvSpPr>
        <p:spPr>
          <a:xfrm>
            <a:off x="0" y="1693250"/>
            <a:ext cx="2129536" cy="13953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pic>
        <p:nvPicPr>
          <p:cNvPr id="5" name="Picture 4" descr="Shape, icon&#10;&#10;Description automatically generated">
            <a:extLst>
              <a:ext uri="{FF2B5EF4-FFF2-40B4-BE49-F238E27FC236}">
                <a16:creationId xmlns:a16="http://schemas.microsoft.com/office/drawing/2014/main" id="{7D12A783-6C63-A94B-9BB2-5546CA8B74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8249" y="1296175"/>
            <a:ext cx="1342475" cy="1032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D7C50F-E073-FB46-8CD2-D273CE1B39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205" y="2555763"/>
            <a:ext cx="10037233" cy="1869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382" indent="0">
              <a:buNone/>
              <a:defRPr sz="2135">
                <a:solidFill>
                  <a:schemeClr val="bg1"/>
                </a:solidFill>
              </a:defRPr>
            </a:lvl2pPr>
            <a:lvl3pPr marL="846571" indent="0">
              <a:buNone/>
              <a:defRPr sz="2135">
                <a:solidFill>
                  <a:schemeClr val="bg1"/>
                </a:solidFill>
              </a:defRPr>
            </a:lvl3pPr>
            <a:lvl4pPr marL="1144986" indent="0">
              <a:buNone/>
              <a:defRPr sz="2135">
                <a:solidFill>
                  <a:schemeClr val="bg1"/>
                </a:solidFill>
              </a:defRPr>
            </a:lvl4pPr>
            <a:lvl5pPr marL="2438122" indent="0">
              <a:buNone/>
              <a:defRPr sz="2135">
                <a:solidFill>
                  <a:schemeClr val="bg1"/>
                </a:solidFill>
              </a:defRPr>
            </a:lvl5pPr>
          </a:lstStyle>
          <a:p>
            <a:r>
              <a:rPr lang="en-US"/>
              <a:t>Quote goes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dapibus</a:t>
            </a:r>
            <a:r>
              <a:rPr lang="en-US"/>
              <a:t>,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Bibendum </a:t>
            </a:r>
            <a:r>
              <a:rPr lang="en-US" err="1"/>
              <a:t>luctus</a:t>
            </a:r>
            <a:r>
              <a:rPr lang="en-US"/>
              <a:t>,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, in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. Sed et </a:t>
            </a:r>
            <a:r>
              <a:rPr lang="en-US" err="1"/>
              <a:t>malesuada</a:t>
            </a:r>
            <a:r>
              <a:rPr lang="en-US"/>
              <a:t> lorem. Maecenas </a:t>
            </a:r>
            <a:r>
              <a:rPr lang="en-US" err="1"/>
              <a:t>viverra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,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placarat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Sed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lugla</a:t>
            </a:r>
            <a:r>
              <a:rPr lang="en-US"/>
              <a:t>, </a:t>
            </a:r>
            <a:r>
              <a:rPr lang="en-US" err="1"/>
              <a:t>phaetra</a:t>
            </a:r>
            <a:r>
              <a:rPr lang="en-US"/>
              <a:t> ac </a:t>
            </a:r>
            <a:r>
              <a:rPr lang="en-US" err="1"/>
              <a:t>tortor</a:t>
            </a:r>
            <a:r>
              <a:rPr lang="en-US"/>
              <a:t>.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809BECD-E88D-6547-8F17-B43EE062B9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205" y="4772295"/>
            <a:ext cx="10037233" cy="73817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1600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382" indent="0">
              <a:buNone/>
              <a:defRPr sz="2135">
                <a:solidFill>
                  <a:schemeClr val="bg1"/>
                </a:solidFill>
              </a:defRPr>
            </a:lvl2pPr>
            <a:lvl3pPr marL="846571" indent="0">
              <a:buNone/>
              <a:defRPr sz="2135">
                <a:solidFill>
                  <a:schemeClr val="bg1"/>
                </a:solidFill>
              </a:defRPr>
            </a:lvl3pPr>
            <a:lvl4pPr marL="1144986" indent="0">
              <a:buNone/>
              <a:defRPr sz="2135">
                <a:solidFill>
                  <a:schemeClr val="bg1"/>
                </a:solidFill>
              </a:defRPr>
            </a:lvl4pPr>
            <a:lvl5pPr marL="2438122" indent="0">
              <a:buNone/>
              <a:defRPr sz="2135">
                <a:solidFill>
                  <a:schemeClr val="bg1"/>
                </a:solidFill>
              </a:defRPr>
            </a:lvl5pPr>
          </a:lstStyle>
          <a:p>
            <a:r>
              <a:rPr lang="en-US"/>
              <a:t>– NAME GOES HERE</a:t>
            </a:r>
          </a:p>
          <a:p>
            <a:r>
              <a:rPr lang="en-US"/>
              <a:t>	Title goes 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07D70A-BDB6-C448-96FF-EBA7C8FDD630}"/>
              </a:ext>
            </a:extLst>
          </p:cNvPr>
          <p:cNvSpPr/>
          <p:nvPr userDrawn="1"/>
        </p:nvSpPr>
        <p:spPr>
          <a:xfrm>
            <a:off x="11460480" y="4861545"/>
            <a:ext cx="731520" cy="5084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64A3BC-4588-0141-9E0C-0583BCBD26DF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25" name="Picture 2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31874F4-E6F7-4C31-928A-91C29C8A6B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80904" y="6364121"/>
            <a:ext cx="1179576" cy="32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32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M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65" y="4132101"/>
            <a:ext cx="11170072" cy="11748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6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0965" y="1254798"/>
            <a:ext cx="11170072" cy="287721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F536E9C-3298-444F-9CD3-C7887F4881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6" y="515771"/>
            <a:ext cx="1645636" cy="45159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187A82-276C-5C42-A57D-AB76390758EE}"/>
              </a:ext>
            </a:extLst>
          </p:cNvPr>
          <p:cNvSpPr/>
          <p:nvPr userDrawn="1"/>
        </p:nvSpPr>
        <p:spPr>
          <a:xfrm>
            <a:off x="665176" y="1141465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8BC8AC-B5E6-6649-8047-ED45AE5B307A}"/>
              </a:ext>
            </a:extLst>
          </p:cNvPr>
          <p:cNvSpPr/>
          <p:nvPr userDrawn="1"/>
        </p:nvSpPr>
        <p:spPr>
          <a:xfrm>
            <a:off x="10300138" y="5588151"/>
            <a:ext cx="1891862" cy="1269850"/>
          </a:xfrm>
          <a:prstGeom prst="rect">
            <a:avLst/>
          </a:prstGeom>
          <a:solidFill>
            <a:schemeClr val="accent2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F2559-5D77-CA42-84F8-F4A65B9FB159}"/>
              </a:ext>
            </a:extLst>
          </p:cNvPr>
          <p:cNvSpPr/>
          <p:nvPr userDrawn="1"/>
        </p:nvSpPr>
        <p:spPr>
          <a:xfrm>
            <a:off x="11681038" y="5306928"/>
            <a:ext cx="510964" cy="592546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88985A-0E2B-D147-A6B2-64A42B53C78B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7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D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3BE44429-E125-FD48-B307-C8F635B52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965" y="4132102"/>
            <a:ext cx="11170072" cy="17031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6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F099FA-C3C5-5747-87DC-6B9F04B452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5" y="1254798"/>
            <a:ext cx="11170072" cy="287721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7" name="Picture 1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CC94E5-6F89-0A40-95FE-5CAF9D7C06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6" y="515771"/>
            <a:ext cx="1645636" cy="45159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8E38DC-713C-E54E-BAEA-DF304D022F53}"/>
              </a:ext>
            </a:extLst>
          </p:cNvPr>
          <p:cNvSpPr/>
          <p:nvPr userDrawn="1"/>
        </p:nvSpPr>
        <p:spPr>
          <a:xfrm>
            <a:off x="665176" y="1141465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99DD17-3F60-F44E-8CC2-A7B6112A776B}"/>
              </a:ext>
            </a:extLst>
          </p:cNvPr>
          <p:cNvSpPr/>
          <p:nvPr userDrawn="1"/>
        </p:nvSpPr>
        <p:spPr>
          <a:xfrm>
            <a:off x="10300138" y="5588151"/>
            <a:ext cx="1891862" cy="1269850"/>
          </a:xfrm>
          <a:prstGeom prst="rect">
            <a:avLst/>
          </a:prstGeom>
          <a:solidFill>
            <a:schemeClr val="accent1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F5E3CF-0A09-244E-97B2-2CC04B5E05BA}"/>
              </a:ext>
            </a:extLst>
          </p:cNvPr>
          <p:cNvSpPr/>
          <p:nvPr userDrawn="1"/>
        </p:nvSpPr>
        <p:spPr>
          <a:xfrm>
            <a:off x="11681038" y="5306928"/>
            <a:ext cx="510964" cy="592546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A45E4A-781E-2547-B561-A2CCD6A6AB02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899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- no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1D6D8D54-1243-9E40-AD27-8A6A9C29B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00" y="4538546"/>
            <a:ext cx="8839200" cy="64305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852B2AA-608D-444B-8C06-31AA4AAD24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733553"/>
            <a:ext cx="9280736" cy="2588960"/>
          </a:xfrm>
          <a:prstGeom prst="rect">
            <a:avLst/>
          </a:prstGeom>
          <a:solidFill>
            <a:schemeClr val="accent1"/>
          </a:solidFill>
        </p:spPr>
        <p:txBody>
          <a:bodyPr lIns="457200" anchor="ctr">
            <a:noAutofit/>
          </a:bodyPr>
          <a:lstStyle>
            <a:lvl1pPr algn="l">
              <a:lnSpc>
                <a:spcPct val="80000"/>
              </a:lnSpc>
              <a:defRPr sz="5333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05EE06-F696-3942-8E0F-353CA77A97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236624"/>
            <a:ext cx="1412266" cy="3875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04BDEE-0A37-424A-AF5F-F7E7EEA414C4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1112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5" y="1800449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5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>
              <a:buNone/>
              <a:defRPr sz="2666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4" b="1"/>
            </a:lvl4pPr>
            <a:lvl5pPr marL="2438279" indent="0">
              <a:buNone/>
              <a:defRPr sz="2134" b="1"/>
            </a:lvl5pPr>
            <a:lvl6pPr marL="3047848" indent="0">
              <a:buNone/>
              <a:defRPr sz="2134" b="1"/>
            </a:lvl6pPr>
            <a:lvl7pPr marL="3657418" indent="0">
              <a:buNone/>
              <a:defRPr sz="2134" b="1"/>
            </a:lvl7pPr>
            <a:lvl8pPr marL="4266986" indent="0">
              <a:buNone/>
              <a:defRPr sz="2134" b="1"/>
            </a:lvl8pPr>
            <a:lvl9pPr marL="4876556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BA2D06-52C7-AA4D-A409-4E02CF2E3C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236624"/>
            <a:ext cx="1412266" cy="387552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9E675885-A4C6-D54E-BE73-CE97C7B1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EBCAC59-8339-0B4C-A751-69CCB78EC8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45B1E9-155A-5B46-8B20-21551664F4B4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81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3" y="1814626"/>
            <a:ext cx="11368846" cy="4206947"/>
          </a:xfrm>
          <a:prstGeom prst="rect">
            <a:avLst/>
          </a:prstGeom>
        </p:spPr>
        <p:txBody>
          <a:bodyPr>
            <a:normAutofit/>
          </a:bodyPr>
          <a:lstStyle>
            <a:lvl1pPr marL="232822" indent="-232822">
              <a:spcBef>
                <a:spcPts val="41"/>
              </a:spcBef>
              <a:buClr>
                <a:srgbClr val="007DB3"/>
              </a:buClr>
              <a:buFont typeface="Arial" panose="020B0604020202020204" pitchFamily="34" charset="0"/>
              <a:buChar char="•"/>
              <a:tabLst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11687" indent="-230707">
              <a:spcBef>
                <a:spcPts val="41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134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7176" indent="-232822">
              <a:spcBef>
                <a:spcPts val="41"/>
              </a:spcBef>
              <a:buFont typeface="Arial" panose="020B0604020202020204" pitchFamily="34" charset="0"/>
              <a:buChar char="•"/>
              <a:tabLst/>
              <a:defRPr sz="2134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indent="-609570">
              <a:spcBef>
                <a:spcPts val="41"/>
              </a:spcBef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609570">
              <a:spcBef>
                <a:spcPts val="41"/>
              </a:spcBef>
              <a:defRPr sz="240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E0200FB-8662-FB42-8B76-7A6BBD6CBBC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5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>
              <a:buNone/>
              <a:defRPr sz="2666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4" b="1"/>
            </a:lvl4pPr>
            <a:lvl5pPr marL="2438279" indent="0">
              <a:buNone/>
              <a:defRPr sz="2134" b="1"/>
            </a:lvl5pPr>
            <a:lvl6pPr marL="3047848" indent="0">
              <a:buNone/>
              <a:defRPr sz="2134" b="1"/>
            </a:lvl6pPr>
            <a:lvl7pPr marL="3657418" indent="0">
              <a:buNone/>
              <a:defRPr sz="2134" b="1"/>
            </a:lvl7pPr>
            <a:lvl8pPr marL="4266986" indent="0">
              <a:buNone/>
              <a:defRPr sz="2134" b="1"/>
            </a:lvl8pPr>
            <a:lvl9pPr marL="4876556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CA13BB-83C7-F24A-BDEA-A8D0C583F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236624"/>
            <a:ext cx="1412266" cy="38755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D296A31-A7F7-D84E-B2E6-9E920F91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B0C24-5E7B-0B43-A5E4-B22F6A4BA5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0687-B76F-F945-9659-9566E796CF75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731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content with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510963" y="1814623"/>
            <a:ext cx="5386918" cy="42009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0"/>
          <p:cNvSpPr>
            <a:spLocks noGrp="1"/>
          </p:cNvSpPr>
          <p:nvPr>
            <p:ph type="pic" sz="quarter" idx="12"/>
          </p:nvPr>
        </p:nvSpPr>
        <p:spPr>
          <a:xfrm>
            <a:off x="6510869" y="1820592"/>
            <a:ext cx="536894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3F0855D-D27E-D044-9507-0386DFB277A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5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>
              <a:buNone/>
              <a:defRPr sz="2666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4" b="1"/>
            </a:lvl4pPr>
            <a:lvl5pPr marL="2438279" indent="0">
              <a:buNone/>
              <a:defRPr sz="2134" b="1"/>
            </a:lvl5pPr>
            <a:lvl6pPr marL="3047848" indent="0">
              <a:buNone/>
              <a:defRPr sz="2134" b="1"/>
            </a:lvl6pPr>
            <a:lvl7pPr marL="3657418" indent="0">
              <a:buNone/>
              <a:defRPr sz="2134" b="1"/>
            </a:lvl7pPr>
            <a:lvl8pPr marL="4266986" indent="0">
              <a:buNone/>
              <a:defRPr sz="2134" b="1"/>
            </a:lvl8pPr>
            <a:lvl9pPr marL="4876556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5D503F-226A-E046-85A4-0B7066EB70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236624"/>
            <a:ext cx="1412266" cy="38755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2570FEE-E9EA-444C-9557-98BDCCA4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B9DCEF9-A06A-6546-B194-1033E64EA2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216B2F-4B82-1E47-80FF-11B3DC572195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0286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content with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2"/>
          <p:cNvSpPr>
            <a:spLocks noGrp="1"/>
          </p:cNvSpPr>
          <p:nvPr>
            <p:ph type="chart" sz="quarter" idx="13"/>
          </p:nvPr>
        </p:nvSpPr>
        <p:spPr>
          <a:xfrm>
            <a:off x="6510866" y="1814623"/>
            <a:ext cx="5386918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343F201-1A36-A846-B8E1-9BDB2456AB9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5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>
              <a:buNone/>
              <a:defRPr sz="2666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4" b="1"/>
            </a:lvl4pPr>
            <a:lvl5pPr marL="2438279" indent="0">
              <a:buNone/>
              <a:defRPr sz="2134" b="1"/>
            </a:lvl5pPr>
            <a:lvl6pPr marL="3047848" indent="0">
              <a:buNone/>
              <a:defRPr sz="2134" b="1"/>
            </a:lvl6pPr>
            <a:lvl7pPr marL="3657418" indent="0">
              <a:buNone/>
              <a:defRPr sz="2134" b="1"/>
            </a:lvl7pPr>
            <a:lvl8pPr marL="4266986" indent="0">
              <a:buNone/>
              <a:defRPr sz="2134" b="1"/>
            </a:lvl8pPr>
            <a:lvl9pPr marL="4876556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D33AAB0-4379-6548-B197-7B4EE7A4E1A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0963" y="1814623"/>
            <a:ext cx="5386918" cy="42009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DF6584-46FC-E844-9A19-EB5D77C708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236624"/>
            <a:ext cx="1412266" cy="38755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B4BA434-82F6-CA4D-A903-D2A7F4D1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9A73125-8B3B-884E-B775-5CCB4F8AA0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FB5329-9842-8C41-A01E-F5C2974322E9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87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ble Placeholder 2"/>
          <p:cNvSpPr>
            <a:spLocks noGrp="1"/>
          </p:cNvSpPr>
          <p:nvPr>
            <p:ph type="tbl" sz="quarter" idx="11"/>
          </p:nvPr>
        </p:nvSpPr>
        <p:spPr>
          <a:xfrm>
            <a:off x="674147" y="1814623"/>
            <a:ext cx="1090108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E92BF83-4408-3544-9CE2-F49CC1E3C39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4" y="608448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>
              <a:buNone/>
              <a:defRPr sz="2666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4" b="1"/>
            </a:lvl4pPr>
            <a:lvl5pPr marL="2438279" indent="0">
              <a:buNone/>
              <a:defRPr sz="2134" b="1"/>
            </a:lvl5pPr>
            <a:lvl6pPr marL="3047848" indent="0">
              <a:buNone/>
              <a:defRPr sz="2134" b="1"/>
            </a:lvl6pPr>
            <a:lvl7pPr marL="3657418" indent="0">
              <a:buNone/>
              <a:defRPr sz="2134" b="1"/>
            </a:lvl7pPr>
            <a:lvl8pPr marL="4266986" indent="0">
              <a:buNone/>
              <a:defRPr sz="2134" b="1"/>
            </a:lvl8pPr>
            <a:lvl9pPr marL="4876556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AB2067-0E17-6145-A49C-41F7D4BA69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236624"/>
            <a:ext cx="1412266" cy="38755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764A3-2202-3E4B-915A-C8744FD58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FA519D7-9E24-3746-AE1B-E258D1DF60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9AA64E-1FE4-DC40-8B34-C98CECB865C0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2176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_no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73D82D-49C0-9248-AC68-5DD5FFEC5F89}"/>
              </a:ext>
            </a:extLst>
          </p:cNvPr>
          <p:cNvSpPr/>
          <p:nvPr userDrawn="1"/>
        </p:nvSpPr>
        <p:spPr>
          <a:xfrm>
            <a:off x="0" y="1693249"/>
            <a:ext cx="2129536" cy="13953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pic>
        <p:nvPicPr>
          <p:cNvPr id="5" name="Picture 4" descr="Shape, icon&#10;&#10;Description automatically generated">
            <a:extLst>
              <a:ext uri="{FF2B5EF4-FFF2-40B4-BE49-F238E27FC236}">
                <a16:creationId xmlns:a16="http://schemas.microsoft.com/office/drawing/2014/main" id="{7D12A783-6C63-A94B-9BB2-5546CA8B74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8247" y="1296175"/>
            <a:ext cx="1342475" cy="1032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D7C50F-E073-FB46-8CD2-D273CE1B39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203" y="2555762"/>
            <a:ext cx="10037233" cy="1869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411" indent="0">
              <a:buNone/>
              <a:defRPr sz="2134">
                <a:solidFill>
                  <a:schemeClr val="bg1"/>
                </a:solidFill>
              </a:defRPr>
            </a:lvl2pPr>
            <a:lvl3pPr marL="846625" indent="0">
              <a:buNone/>
              <a:defRPr sz="2134">
                <a:solidFill>
                  <a:schemeClr val="bg1"/>
                </a:solidFill>
              </a:defRPr>
            </a:lvl3pPr>
            <a:lvl4pPr marL="1145059" indent="0">
              <a:buNone/>
              <a:defRPr sz="2134">
                <a:solidFill>
                  <a:schemeClr val="bg1"/>
                </a:solidFill>
              </a:defRPr>
            </a:lvl4pPr>
            <a:lvl5pPr marL="2438279" indent="0">
              <a:buNone/>
              <a:defRPr sz="2134">
                <a:solidFill>
                  <a:schemeClr val="bg1"/>
                </a:solidFill>
              </a:defRPr>
            </a:lvl5pPr>
          </a:lstStyle>
          <a:p>
            <a:r>
              <a:rPr lang="en-US"/>
              <a:t>Quote goes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dapibus</a:t>
            </a:r>
            <a:r>
              <a:rPr lang="en-US"/>
              <a:t>,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Bibendum </a:t>
            </a:r>
            <a:r>
              <a:rPr lang="en-US" err="1"/>
              <a:t>luctus</a:t>
            </a:r>
            <a:r>
              <a:rPr lang="en-US"/>
              <a:t>,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, in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. Sed et </a:t>
            </a:r>
            <a:r>
              <a:rPr lang="en-US" err="1"/>
              <a:t>malesuada</a:t>
            </a:r>
            <a:r>
              <a:rPr lang="en-US"/>
              <a:t> lorem. Maecenas </a:t>
            </a:r>
            <a:r>
              <a:rPr lang="en-US" err="1"/>
              <a:t>viverra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,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placarat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Sed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lugla</a:t>
            </a:r>
            <a:r>
              <a:rPr lang="en-US"/>
              <a:t>, </a:t>
            </a:r>
            <a:r>
              <a:rPr lang="en-US" err="1"/>
              <a:t>phaetra</a:t>
            </a:r>
            <a:r>
              <a:rPr lang="en-US"/>
              <a:t> ac </a:t>
            </a:r>
            <a:r>
              <a:rPr lang="en-US" err="1"/>
              <a:t>tortor</a:t>
            </a:r>
            <a:r>
              <a:rPr lang="en-US"/>
              <a:t>.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809BECD-E88D-6547-8F17-B43EE062B9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203" y="4772295"/>
            <a:ext cx="10037233" cy="73817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1600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411" indent="0">
              <a:buNone/>
              <a:defRPr sz="2134">
                <a:solidFill>
                  <a:schemeClr val="bg1"/>
                </a:solidFill>
              </a:defRPr>
            </a:lvl2pPr>
            <a:lvl3pPr marL="846625" indent="0">
              <a:buNone/>
              <a:defRPr sz="2134">
                <a:solidFill>
                  <a:schemeClr val="bg1"/>
                </a:solidFill>
              </a:defRPr>
            </a:lvl3pPr>
            <a:lvl4pPr marL="1145059" indent="0">
              <a:buNone/>
              <a:defRPr sz="2134">
                <a:solidFill>
                  <a:schemeClr val="bg1"/>
                </a:solidFill>
              </a:defRPr>
            </a:lvl4pPr>
            <a:lvl5pPr marL="2438279" indent="0">
              <a:buNone/>
              <a:defRPr sz="2134">
                <a:solidFill>
                  <a:schemeClr val="bg1"/>
                </a:solidFill>
              </a:defRPr>
            </a:lvl5pPr>
          </a:lstStyle>
          <a:p>
            <a:r>
              <a:rPr lang="en-US"/>
              <a:t>– NAME GOES HERE</a:t>
            </a:r>
          </a:p>
          <a:p>
            <a:r>
              <a:rPr lang="en-US"/>
              <a:t>	Title goes 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07D70A-BDB6-C448-96FF-EBA7C8FDD630}"/>
              </a:ext>
            </a:extLst>
          </p:cNvPr>
          <p:cNvSpPr/>
          <p:nvPr userDrawn="1"/>
        </p:nvSpPr>
        <p:spPr>
          <a:xfrm>
            <a:off x="11460480" y="4861544"/>
            <a:ext cx="731520" cy="5084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4AB0BB-99A4-C941-8ED3-909603A003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67541" y="6236624"/>
            <a:ext cx="1412270" cy="3875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464A3BC-4588-0141-9E0C-0583BCBD26DF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07279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/Thank yo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2191" y="2"/>
            <a:ext cx="11567621" cy="6624176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64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649F6A-65AB-7D46-9B77-891CAA6221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236624"/>
            <a:ext cx="1412266" cy="3875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636B29-E45E-3344-86C8-EB4250C6DF27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1712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no log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5" y="1800449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5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>
              <a:buNone/>
              <a:defRPr sz="2666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4" b="1"/>
            </a:lvl4pPr>
            <a:lvl5pPr marL="2438279" indent="0">
              <a:buNone/>
              <a:defRPr sz="2134" b="1"/>
            </a:lvl5pPr>
            <a:lvl6pPr marL="3047848" indent="0">
              <a:buNone/>
              <a:defRPr sz="2134" b="1"/>
            </a:lvl6pPr>
            <a:lvl7pPr marL="3657418" indent="0">
              <a:buNone/>
              <a:defRPr sz="2134" b="1"/>
            </a:lvl7pPr>
            <a:lvl8pPr marL="4266986" indent="0">
              <a:buNone/>
              <a:defRPr sz="2134" b="1"/>
            </a:lvl8pPr>
            <a:lvl9pPr marL="4876556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61E85-8EB6-7841-9141-61560607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1D12231-8D53-CA41-859D-48FB78CE12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E8CEA8-317D-5841-A5D2-D2063E540E17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547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blue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D47FE74-0BF5-364C-9101-1552F245F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1BF5CB6-A830-574D-BEB1-E69B0F47A79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5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>
              <a:buNone/>
              <a:defRPr sz="2666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4" b="1"/>
            </a:lvl4pPr>
            <a:lvl5pPr marL="2438279" indent="0">
              <a:buNone/>
              <a:defRPr sz="2134" b="1"/>
            </a:lvl5pPr>
            <a:lvl6pPr marL="3047848" indent="0">
              <a:buNone/>
              <a:defRPr sz="2134" b="1"/>
            </a:lvl6pPr>
            <a:lvl7pPr marL="3657418" indent="0">
              <a:buNone/>
              <a:defRPr sz="2134" b="1"/>
            </a:lvl7pPr>
            <a:lvl8pPr marL="4266986" indent="0">
              <a:buNone/>
              <a:defRPr sz="2134" b="1"/>
            </a:lvl8pPr>
            <a:lvl9pPr marL="4876556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2F2CCFA-D1EC-5A43-A99A-45A01A86D2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1" y="6236624"/>
            <a:ext cx="1412270" cy="387552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758A1DA-7C58-9941-9702-3A27795C8C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0CAC21-747C-A74C-9CFC-51ECE0AD3957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6005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blue backgrou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2F3CD0-32A1-804E-A2D3-210F2FD775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1" y="6236624"/>
            <a:ext cx="1412270" cy="38755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6259A36-C74D-2B44-A03D-507592E94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4" y="233824"/>
            <a:ext cx="11368847" cy="824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EF71BC-EF75-DD49-A80A-1CF56F92772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5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>
              <a:buNone/>
              <a:defRPr sz="2666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4" b="1"/>
            </a:lvl4pPr>
            <a:lvl5pPr marL="2438279" indent="0">
              <a:buNone/>
              <a:defRPr sz="2134" b="1"/>
            </a:lvl5pPr>
            <a:lvl6pPr marL="3047848" indent="0">
              <a:buNone/>
              <a:defRPr sz="2134" b="1"/>
            </a:lvl6pPr>
            <a:lvl7pPr marL="3657418" indent="0">
              <a:buNone/>
              <a:defRPr sz="2134" b="1"/>
            </a:lvl7pPr>
            <a:lvl8pPr marL="4266986" indent="0">
              <a:buNone/>
              <a:defRPr sz="2134" b="1"/>
            </a:lvl8pPr>
            <a:lvl9pPr marL="4876556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A6E8E7-9409-1F4E-9DC4-766EF70818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275E5-9B36-064C-BD19-A43595CA7CE3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8825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_M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64" y="4132100"/>
            <a:ext cx="11170072" cy="11748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0964" y="1254799"/>
            <a:ext cx="11170072" cy="28772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F536E9C-3298-444F-9CD3-C7887F4881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174" y="515772"/>
            <a:ext cx="1645636" cy="4515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187A82-276C-5C42-A57D-AB76390758EE}"/>
              </a:ext>
            </a:extLst>
          </p:cNvPr>
          <p:cNvSpPr/>
          <p:nvPr userDrawn="1"/>
        </p:nvSpPr>
        <p:spPr>
          <a:xfrm>
            <a:off x="665174" y="1141463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8BC8AC-B5E6-6649-8047-ED45AE5B307A}"/>
              </a:ext>
            </a:extLst>
          </p:cNvPr>
          <p:cNvSpPr/>
          <p:nvPr userDrawn="1"/>
        </p:nvSpPr>
        <p:spPr>
          <a:xfrm>
            <a:off x="10300138" y="5588152"/>
            <a:ext cx="1891863" cy="1269849"/>
          </a:xfrm>
          <a:prstGeom prst="rect">
            <a:avLst/>
          </a:prstGeom>
          <a:solidFill>
            <a:schemeClr val="accent2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F2559-5D77-CA42-84F8-F4A65B9FB159}"/>
              </a:ext>
            </a:extLst>
          </p:cNvPr>
          <p:cNvSpPr/>
          <p:nvPr userDrawn="1"/>
        </p:nvSpPr>
        <p:spPr>
          <a:xfrm>
            <a:off x="11681037" y="5306929"/>
            <a:ext cx="510964" cy="592545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BB8661-75D0-BF4F-B66A-3B41BE63B748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636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_D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3BE44429-E125-FD48-B307-C8F635B52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964" y="4132100"/>
            <a:ext cx="11170072" cy="17031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F099FA-C3C5-5747-87DC-6B9F04B452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254799"/>
            <a:ext cx="11170072" cy="28772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7" name="Picture 1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CC94E5-6F89-0A40-95FE-5CAF9D7C06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174" y="515772"/>
            <a:ext cx="1645636" cy="45159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8E38DC-713C-E54E-BAEA-DF304D022F53}"/>
              </a:ext>
            </a:extLst>
          </p:cNvPr>
          <p:cNvSpPr/>
          <p:nvPr userDrawn="1"/>
        </p:nvSpPr>
        <p:spPr>
          <a:xfrm>
            <a:off x="665174" y="1141463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99DD17-3F60-F44E-8CC2-A7B6112A776B}"/>
              </a:ext>
            </a:extLst>
          </p:cNvPr>
          <p:cNvSpPr/>
          <p:nvPr userDrawn="1"/>
        </p:nvSpPr>
        <p:spPr>
          <a:xfrm>
            <a:off x="10300138" y="5588152"/>
            <a:ext cx="1891863" cy="1269849"/>
          </a:xfrm>
          <a:prstGeom prst="rect">
            <a:avLst/>
          </a:prstGeom>
          <a:solidFill>
            <a:schemeClr val="accent1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F5E3CF-0A09-244E-97B2-2CC04B5E05BA}"/>
              </a:ext>
            </a:extLst>
          </p:cNvPr>
          <p:cNvSpPr/>
          <p:nvPr userDrawn="1"/>
        </p:nvSpPr>
        <p:spPr>
          <a:xfrm>
            <a:off x="11681037" y="5306929"/>
            <a:ext cx="510964" cy="592545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FBAC82-E6AB-FA44-A043-41C8D0349E6B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039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- no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1D6D8D54-1243-9E40-AD27-8A6A9C29B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00" y="4538547"/>
            <a:ext cx="8839200" cy="6430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852B2AA-608D-444B-8C06-31AA4AAD24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733552"/>
            <a:ext cx="9280736" cy="2588960"/>
          </a:xfrm>
          <a:prstGeom prst="rect">
            <a:avLst/>
          </a:prstGeom>
          <a:solidFill>
            <a:schemeClr val="accent1"/>
          </a:solidFill>
        </p:spPr>
        <p:txBody>
          <a:bodyPr lIns="457200" anchor="ctr">
            <a:noAutofit/>
          </a:bodyPr>
          <a:lstStyle>
            <a:lvl1pPr algn="l">
              <a:lnSpc>
                <a:spcPct val="80000"/>
              </a:lnSpc>
              <a:defRPr sz="5333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05EE06-F696-3942-8E0F-353CA77A97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87114F-DEAA-074D-90B9-8E2C8EA4AE0D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39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3" y="1800447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3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BA2D06-52C7-AA4D-A409-4E02CF2E3C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9E675885-A4C6-D54E-BE73-CE97C7B1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EBCAC59-8339-0B4C-A751-69CCB78EC8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45B1E9-155A-5B46-8B20-21551664F4B4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6098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4" y="1814624"/>
            <a:ext cx="11368845" cy="4206947"/>
          </a:xfrm>
          <a:prstGeom prst="rect">
            <a:avLst/>
          </a:prstGeom>
        </p:spPr>
        <p:txBody>
          <a:bodyPr>
            <a:normAutofit/>
          </a:bodyPr>
          <a:lstStyle>
            <a:lvl1pPr marL="232828" indent="-232828">
              <a:spcBef>
                <a:spcPts val="41"/>
              </a:spcBef>
              <a:buClr>
                <a:srgbClr val="007DB3"/>
              </a:buClr>
              <a:buFont typeface="Arial" panose="020B0604020202020204" pitchFamily="34" charset="0"/>
              <a:buChar char="•"/>
              <a:tabLst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11702" indent="-230712">
              <a:spcBef>
                <a:spcPts val="41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133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7205" indent="-232828">
              <a:spcBef>
                <a:spcPts val="41"/>
              </a:spcBef>
              <a:buFont typeface="Arial" panose="020B0604020202020204" pitchFamily="34" charset="0"/>
              <a:buChar char="•"/>
              <a:tabLst/>
              <a:defRPr sz="2133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indent="-609585">
              <a:spcBef>
                <a:spcPts val="41"/>
              </a:spcBef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609585">
              <a:spcBef>
                <a:spcPts val="41"/>
              </a:spcBef>
              <a:defRPr sz="240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E0200FB-8662-FB42-8B76-7A6BBD6CBBC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CA13BB-83C7-F24A-BDEA-A8D0C583FB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D296A31-A7F7-D84E-B2E6-9E920F91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B0C24-5E7B-0B43-A5E4-B22F6A4BA5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A9B772-7E71-FA4F-9E72-FB3C01A48321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2770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eft content with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510964" y="1814624"/>
            <a:ext cx="5386917" cy="42009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0"/>
          <p:cNvSpPr>
            <a:spLocks noGrp="1"/>
          </p:cNvSpPr>
          <p:nvPr>
            <p:ph type="pic" sz="quarter" idx="12"/>
          </p:nvPr>
        </p:nvSpPr>
        <p:spPr>
          <a:xfrm>
            <a:off x="6510867" y="1820592"/>
            <a:ext cx="536894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3F0855D-D27E-D044-9507-0386DFB277A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5D503F-226A-E046-85A4-0B7066EB70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2570FEE-E9EA-444C-9557-98BDCCA4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B9DCEF9-A06A-6546-B194-1033E64EA2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B0ED52-3B5E-9848-B86B-B7D8AC0D1FD0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1389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eft content with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2"/>
          <p:cNvSpPr>
            <a:spLocks noGrp="1"/>
          </p:cNvSpPr>
          <p:nvPr>
            <p:ph type="chart" sz="quarter" idx="13"/>
          </p:nvPr>
        </p:nvSpPr>
        <p:spPr>
          <a:xfrm>
            <a:off x="6510867" y="1814624"/>
            <a:ext cx="5386917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343F201-1A36-A846-B8E1-9BDB2456AB9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D33AAB0-4379-6548-B197-7B4EE7A4E1A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0964" y="1814624"/>
            <a:ext cx="5386917" cy="42009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DF6584-46FC-E844-9A19-EB5D77C708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B4BA434-82F6-CA4D-A903-D2A7F4D1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9A73125-8B3B-884E-B775-5CCB4F8AA0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792DB5-EC7D-024A-81C4-7AEDC40E18D1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1378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ble Placeholder 2"/>
          <p:cNvSpPr>
            <a:spLocks noGrp="1"/>
          </p:cNvSpPr>
          <p:nvPr>
            <p:ph type="tbl" sz="quarter" idx="11"/>
          </p:nvPr>
        </p:nvSpPr>
        <p:spPr>
          <a:xfrm>
            <a:off x="674145" y="1814624"/>
            <a:ext cx="1090108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E92BF83-4408-3544-9CE2-F49CC1E3C39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AB2067-0E17-6145-A49C-41F7D4BA69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764A3-2202-3E4B-915A-C8744FD58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FA519D7-9E24-3746-AE1B-E258D1DF60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70D041-C97F-6946-8D93-C9F28A5F900B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1540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_no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73D82D-49C0-9248-AC68-5DD5FFEC5F89}"/>
              </a:ext>
            </a:extLst>
          </p:cNvPr>
          <p:cNvSpPr/>
          <p:nvPr userDrawn="1"/>
        </p:nvSpPr>
        <p:spPr>
          <a:xfrm>
            <a:off x="0" y="1693250"/>
            <a:ext cx="2129536" cy="13953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Shape, icon&#10;&#10;Description automatically generated">
            <a:extLst>
              <a:ext uri="{FF2B5EF4-FFF2-40B4-BE49-F238E27FC236}">
                <a16:creationId xmlns:a16="http://schemas.microsoft.com/office/drawing/2014/main" id="{7D12A783-6C63-A94B-9BB2-5546CA8B74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8245" y="1296175"/>
            <a:ext cx="1342475" cy="1032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D7C50F-E073-FB46-8CD2-D273CE1B39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201" y="2555760"/>
            <a:ext cx="10037233" cy="1869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422" indent="0">
              <a:buNone/>
              <a:defRPr sz="2133">
                <a:solidFill>
                  <a:schemeClr val="bg1"/>
                </a:solidFill>
              </a:defRPr>
            </a:lvl2pPr>
            <a:lvl3pPr marL="846646" indent="0">
              <a:buNone/>
              <a:defRPr sz="2133">
                <a:solidFill>
                  <a:schemeClr val="bg1"/>
                </a:solidFill>
              </a:defRPr>
            </a:lvl3pPr>
            <a:lvl4pPr marL="1145087" indent="0">
              <a:buNone/>
              <a:defRPr sz="2133">
                <a:solidFill>
                  <a:schemeClr val="bg1"/>
                </a:solidFill>
              </a:defRPr>
            </a:lvl4pPr>
            <a:lvl5pPr marL="2438339" indent="0">
              <a:buNone/>
              <a:defRPr sz="2133">
                <a:solidFill>
                  <a:schemeClr val="bg1"/>
                </a:solidFill>
              </a:defRPr>
            </a:lvl5pPr>
          </a:lstStyle>
          <a:p>
            <a:r>
              <a:rPr lang="en-US"/>
              <a:t>Quote goes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dapibus</a:t>
            </a:r>
            <a:r>
              <a:rPr lang="en-US"/>
              <a:t>,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Bibendum </a:t>
            </a:r>
            <a:r>
              <a:rPr lang="en-US" err="1"/>
              <a:t>luctus</a:t>
            </a:r>
            <a:r>
              <a:rPr lang="en-US"/>
              <a:t>,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, in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. Sed et </a:t>
            </a:r>
            <a:r>
              <a:rPr lang="en-US" err="1"/>
              <a:t>malesuada</a:t>
            </a:r>
            <a:r>
              <a:rPr lang="en-US"/>
              <a:t> lorem. Maecenas </a:t>
            </a:r>
            <a:r>
              <a:rPr lang="en-US" err="1"/>
              <a:t>viverra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,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placarat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Sed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lugla</a:t>
            </a:r>
            <a:r>
              <a:rPr lang="en-US"/>
              <a:t>, </a:t>
            </a:r>
            <a:r>
              <a:rPr lang="en-US" err="1"/>
              <a:t>phaetra</a:t>
            </a:r>
            <a:r>
              <a:rPr lang="en-US"/>
              <a:t> ac </a:t>
            </a:r>
            <a:r>
              <a:rPr lang="en-US" err="1"/>
              <a:t>tortor</a:t>
            </a:r>
            <a:r>
              <a:rPr lang="en-US"/>
              <a:t>.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809BECD-E88D-6547-8F17-B43EE062B9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201" y="4772295"/>
            <a:ext cx="10037233" cy="73817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1600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422" indent="0">
              <a:buNone/>
              <a:defRPr sz="2133">
                <a:solidFill>
                  <a:schemeClr val="bg1"/>
                </a:solidFill>
              </a:defRPr>
            </a:lvl2pPr>
            <a:lvl3pPr marL="846646" indent="0">
              <a:buNone/>
              <a:defRPr sz="2133">
                <a:solidFill>
                  <a:schemeClr val="bg1"/>
                </a:solidFill>
              </a:defRPr>
            </a:lvl3pPr>
            <a:lvl4pPr marL="1145087" indent="0">
              <a:buNone/>
              <a:defRPr sz="2133">
                <a:solidFill>
                  <a:schemeClr val="bg1"/>
                </a:solidFill>
              </a:defRPr>
            </a:lvl4pPr>
            <a:lvl5pPr marL="2438339" indent="0">
              <a:buNone/>
              <a:defRPr sz="2133">
                <a:solidFill>
                  <a:schemeClr val="bg1"/>
                </a:solidFill>
              </a:defRPr>
            </a:lvl5pPr>
          </a:lstStyle>
          <a:p>
            <a:r>
              <a:rPr lang="en-US"/>
              <a:t>– NAME GOES HERE</a:t>
            </a:r>
          </a:p>
          <a:p>
            <a:r>
              <a:rPr lang="en-US"/>
              <a:t>	Title goes 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07D70A-BDB6-C448-96FF-EBA7C8FDD630}"/>
              </a:ext>
            </a:extLst>
          </p:cNvPr>
          <p:cNvSpPr/>
          <p:nvPr userDrawn="1"/>
        </p:nvSpPr>
        <p:spPr>
          <a:xfrm>
            <a:off x="11460480" y="4861545"/>
            <a:ext cx="731520" cy="5084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4AB0BB-99A4-C941-8ED3-909603A0039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1" y="6236624"/>
            <a:ext cx="1412271" cy="3875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161A48-D93E-AD48-ACBF-8E3509730930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509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estions/Thank yo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2190" y="0"/>
            <a:ext cx="11567621" cy="6624176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64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649F6A-65AB-7D46-9B77-891CAA6221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7075CE-4AA8-2549-A300-6D36E285BCD8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3193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blue backgrou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2F3CD0-32A1-804E-A2D3-210F2FD775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1" y="6236624"/>
            <a:ext cx="1412271" cy="38755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6259A36-C74D-2B44-A03D-507592E94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2" y="233824"/>
            <a:ext cx="11368847" cy="824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EF71BC-EF75-DD49-A80A-1CF56F92772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A6E8E7-9409-1F4E-9DC4-766EF70818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ADE4A3-FA59-604A-8AF8-61903D5FCF5E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2466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4283969-5420-6C40-8DCB-D5989E0DD9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75667" y="2567517"/>
            <a:ext cx="3640667" cy="9990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CC8E4B8-3F20-DA44-ABE5-85D08E42E6C7}"/>
              </a:ext>
            </a:extLst>
          </p:cNvPr>
          <p:cNvSpPr/>
          <p:nvPr userDrawn="1"/>
        </p:nvSpPr>
        <p:spPr>
          <a:xfrm>
            <a:off x="4275667" y="3912180"/>
            <a:ext cx="3640667" cy="1039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833316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4283969-5420-6C40-8DCB-D5989E0DD9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75667" y="2567517"/>
            <a:ext cx="3640667" cy="9990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D68AAC-D8AD-8E43-A2D6-6D3EEBCFD439}"/>
              </a:ext>
            </a:extLst>
          </p:cNvPr>
          <p:cNvSpPr/>
          <p:nvPr userDrawn="1"/>
        </p:nvSpPr>
        <p:spPr>
          <a:xfrm>
            <a:off x="4275667" y="3912180"/>
            <a:ext cx="3640667" cy="1039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4512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3ACCA-F839-4AB8-A1A8-BFCFA6049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3305"/>
            <a:ext cx="9144000" cy="184665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E4F735-645A-43B0-846E-DE4B78FCE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F2816-318C-4482-A41F-182AB626F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0CC6A-5EA8-4D21-AE52-4CB7A421DA7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BEF56-FBC3-40A1-9DDE-FF3D1740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88AEC-5713-4266-B7DB-0D7B7BC79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CCC6-7C99-4A60-BC34-CF95039F1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646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_M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65" y="4132101"/>
            <a:ext cx="11170072" cy="11748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6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0965" y="1254798"/>
            <a:ext cx="11170072" cy="287721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F536E9C-3298-444F-9CD3-C7887F4881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7" y="515771"/>
            <a:ext cx="1645636" cy="45159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187A82-276C-5C42-A57D-AB76390758EE}"/>
              </a:ext>
            </a:extLst>
          </p:cNvPr>
          <p:cNvSpPr/>
          <p:nvPr userDrawn="1"/>
        </p:nvSpPr>
        <p:spPr>
          <a:xfrm>
            <a:off x="665177" y="1141466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8BC8AC-B5E6-6649-8047-ED45AE5B307A}"/>
              </a:ext>
            </a:extLst>
          </p:cNvPr>
          <p:cNvSpPr/>
          <p:nvPr userDrawn="1"/>
        </p:nvSpPr>
        <p:spPr>
          <a:xfrm>
            <a:off x="10300138" y="5588151"/>
            <a:ext cx="1891862" cy="1269850"/>
          </a:xfrm>
          <a:prstGeom prst="rect">
            <a:avLst/>
          </a:prstGeom>
          <a:solidFill>
            <a:schemeClr val="accent2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F2559-5D77-CA42-84F8-F4A65B9FB159}"/>
              </a:ext>
            </a:extLst>
          </p:cNvPr>
          <p:cNvSpPr/>
          <p:nvPr userDrawn="1"/>
        </p:nvSpPr>
        <p:spPr>
          <a:xfrm>
            <a:off x="11681039" y="5306928"/>
            <a:ext cx="510964" cy="592546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88985A-0E2B-D147-A6B2-64A42B53C78B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856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_D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3BE44429-E125-FD48-B307-C8F635B52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965" y="4132104"/>
            <a:ext cx="11170072" cy="17031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6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F099FA-C3C5-5747-87DC-6B9F04B452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5" y="1254798"/>
            <a:ext cx="11170072" cy="287721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7" name="Picture 1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CC94E5-6F89-0A40-95FE-5CAF9D7C06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7" y="515771"/>
            <a:ext cx="1645636" cy="45159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8E38DC-713C-E54E-BAEA-DF304D022F53}"/>
              </a:ext>
            </a:extLst>
          </p:cNvPr>
          <p:cNvSpPr/>
          <p:nvPr userDrawn="1"/>
        </p:nvSpPr>
        <p:spPr>
          <a:xfrm>
            <a:off x="665177" y="1141466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99DD17-3F60-F44E-8CC2-A7B6112A776B}"/>
              </a:ext>
            </a:extLst>
          </p:cNvPr>
          <p:cNvSpPr/>
          <p:nvPr userDrawn="1"/>
        </p:nvSpPr>
        <p:spPr>
          <a:xfrm>
            <a:off x="10300138" y="5588151"/>
            <a:ext cx="1891862" cy="1269850"/>
          </a:xfrm>
          <a:prstGeom prst="rect">
            <a:avLst/>
          </a:prstGeom>
          <a:solidFill>
            <a:schemeClr val="accent1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F5E3CF-0A09-244E-97B2-2CC04B5E05BA}"/>
              </a:ext>
            </a:extLst>
          </p:cNvPr>
          <p:cNvSpPr/>
          <p:nvPr userDrawn="1"/>
        </p:nvSpPr>
        <p:spPr>
          <a:xfrm>
            <a:off x="11681039" y="5306928"/>
            <a:ext cx="510964" cy="592546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A45E4A-781E-2547-B561-A2CCD6A6AB02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293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 - no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1D6D8D54-1243-9E40-AD27-8A6A9C29B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00" y="4538546"/>
            <a:ext cx="8839200" cy="64305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852B2AA-608D-444B-8C06-31AA4AAD24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733553"/>
            <a:ext cx="9280736" cy="2588960"/>
          </a:xfrm>
          <a:prstGeom prst="rect">
            <a:avLst/>
          </a:prstGeom>
          <a:solidFill>
            <a:schemeClr val="accent1"/>
          </a:solidFill>
        </p:spPr>
        <p:txBody>
          <a:bodyPr lIns="457200" anchor="ctr">
            <a:noAutofit/>
          </a:bodyPr>
          <a:lstStyle>
            <a:lvl1pPr algn="l">
              <a:lnSpc>
                <a:spcPct val="80000"/>
              </a:lnSpc>
              <a:defRPr sz="5333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04BDEE-0A37-424A-AF5F-F7E7EEA414C4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95DA09-B784-4E24-A62A-1D0B7AA82C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2861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7" y="1800449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7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9E675885-A4C6-D54E-BE73-CE97C7B1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EBCAC59-8339-0B4C-A751-69CCB78EC8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45B1E9-155A-5B46-8B20-21551664F4B4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A7A164A-90D2-4C71-A348-EC629DEFCE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3820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3" y="1814627"/>
            <a:ext cx="11368846" cy="4206947"/>
          </a:xfrm>
          <a:prstGeom prst="rect">
            <a:avLst/>
          </a:prstGeom>
        </p:spPr>
        <p:txBody>
          <a:bodyPr>
            <a:normAutofit/>
          </a:bodyPr>
          <a:lstStyle>
            <a:lvl1pPr marL="232813" indent="-232813">
              <a:spcBef>
                <a:spcPts val="41"/>
              </a:spcBef>
              <a:buClr>
                <a:srgbClr val="007DB3"/>
              </a:buClr>
              <a:buFont typeface="Arial" panose="020B0604020202020204" pitchFamily="34" charset="0"/>
              <a:buChar char="•"/>
              <a:tabLst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11663" indent="-230698">
              <a:spcBef>
                <a:spcPts val="41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134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7130" indent="-232813">
              <a:spcBef>
                <a:spcPts val="41"/>
              </a:spcBef>
              <a:buFont typeface="Arial" panose="020B0604020202020204" pitchFamily="34" charset="0"/>
              <a:buChar char="•"/>
              <a:tabLst/>
              <a:defRPr sz="2134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indent="-609546">
              <a:spcBef>
                <a:spcPts val="41"/>
              </a:spcBef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609546">
              <a:spcBef>
                <a:spcPts val="41"/>
              </a:spcBef>
              <a:defRPr sz="240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E0200FB-8662-FB42-8B76-7A6BBD6CBBC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7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296A31-A7F7-D84E-B2E6-9E920F91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B0C24-5E7B-0B43-A5E4-B22F6A4BA5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0687-B76F-F945-9659-9566E796CF75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F61CAED-2E89-4915-89DA-9BB4622E66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3014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eft content with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510963" y="1814623"/>
            <a:ext cx="5386918" cy="42009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0"/>
          <p:cNvSpPr>
            <a:spLocks noGrp="1"/>
          </p:cNvSpPr>
          <p:nvPr>
            <p:ph type="pic" sz="quarter" idx="12"/>
          </p:nvPr>
        </p:nvSpPr>
        <p:spPr>
          <a:xfrm>
            <a:off x="6510871" y="1820592"/>
            <a:ext cx="536894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3F0855D-D27E-D044-9507-0386DFB277A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7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570FEE-E9EA-444C-9557-98BDCCA4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B9DCEF9-A06A-6546-B194-1033E64EA2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216B2F-4B82-1E47-80FF-11B3DC572195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2F931DB-02CA-4FF4-B3F0-5AD678A4DC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0521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eft content with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2"/>
          <p:cNvSpPr>
            <a:spLocks noGrp="1"/>
          </p:cNvSpPr>
          <p:nvPr>
            <p:ph type="chart" sz="quarter" idx="13"/>
          </p:nvPr>
        </p:nvSpPr>
        <p:spPr>
          <a:xfrm>
            <a:off x="6510866" y="1814623"/>
            <a:ext cx="5386918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343F201-1A36-A846-B8E1-9BDB2456AB9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7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D33AAB0-4379-6548-B197-7B4EE7A4E1A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0963" y="1814623"/>
            <a:ext cx="5386918" cy="42009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4BA434-82F6-CA4D-A903-D2A7F4D1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9A73125-8B3B-884E-B775-5CCB4F8AA0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FB5329-9842-8C41-A01E-F5C2974322E9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8F962A8-1AA5-4497-9DA2-652393AE65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4290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ble Placeholder 2"/>
          <p:cNvSpPr>
            <a:spLocks noGrp="1"/>
          </p:cNvSpPr>
          <p:nvPr>
            <p:ph type="tbl" sz="quarter" idx="11"/>
          </p:nvPr>
        </p:nvSpPr>
        <p:spPr>
          <a:xfrm>
            <a:off x="674147" y="1814623"/>
            <a:ext cx="1090108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E92BF83-4408-3544-9CE2-F49CC1E3C39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5" y="608448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C7764A3-2202-3E4B-915A-C8744FD58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FA519D7-9E24-3746-AE1B-E258D1DF60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9AA64E-1FE4-DC40-8B34-C98CECB865C0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11BC2B-5AD9-4B48-8BFE-FEA12E59C8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8287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Quote_no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73D82D-49C0-9248-AC68-5DD5FFEC5F89}"/>
              </a:ext>
            </a:extLst>
          </p:cNvPr>
          <p:cNvSpPr/>
          <p:nvPr userDrawn="1"/>
        </p:nvSpPr>
        <p:spPr>
          <a:xfrm>
            <a:off x="0" y="1693249"/>
            <a:ext cx="2129536" cy="13953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pic>
        <p:nvPicPr>
          <p:cNvPr id="5" name="Picture 4" descr="Shape, icon&#10;&#10;Description automatically generated">
            <a:extLst>
              <a:ext uri="{FF2B5EF4-FFF2-40B4-BE49-F238E27FC236}">
                <a16:creationId xmlns:a16="http://schemas.microsoft.com/office/drawing/2014/main" id="{7D12A783-6C63-A94B-9BB2-5546CA8B74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8248" y="1296175"/>
            <a:ext cx="1342475" cy="1032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D7C50F-E073-FB46-8CD2-D273CE1B39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204" y="2555763"/>
            <a:ext cx="10037233" cy="1869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393" indent="0">
              <a:buNone/>
              <a:defRPr sz="2134">
                <a:solidFill>
                  <a:schemeClr val="bg1"/>
                </a:solidFill>
              </a:defRPr>
            </a:lvl2pPr>
            <a:lvl3pPr marL="846592" indent="0">
              <a:buNone/>
              <a:defRPr sz="2134">
                <a:solidFill>
                  <a:schemeClr val="bg1"/>
                </a:solidFill>
              </a:defRPr>
            </a:lvl3pPr>
            <a:lvl4pPr marL="1145014" indent="0">
              <a:buNone/>
              <a:defRPr sz="2134">
                <a:solidFill>
                  <a:schemeClr val="bg1"/>
                </a:solidFill>
              </a:defRPr>
            </a:lvl4pPr>
            <a:lvl5pPr marL="2438182" indent="0">
              <a:buNone/>
              <a:defRPr sz="2134">
                <a:solidFill>
                  <a:schemeClr val="bg1"/>
                </a:solidFill>
              </a:defRPr>
            </a:lvl5pPr>
          </a:lstStyle>
          <a:p>
            <a:r>
              <a:rPr lang="en-US"/>
              <a:t>Quote goes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dapibus</a:t>
            </a:r>
            <a:r>
              <a:rPr lang="en-US"/>
              <a:t>,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Bibendum </a:t>
            </a:r>
            <a:r>
              <a:rPr lang="en-US" err="1"/>
              <a:t>luctus</a:t>
            </a:r>
            <a:r>
              <a:rPr lang="en-US"/>
              <a:t>,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, in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. Sed et </a:t>
            </a:r>
            <a:r>
              <a:rPr lang="en-US" err="1"/>
              <a:t>malesuada</a:t>
            </a:r>
            <a:r>
              <a:rPr lang="en-US"/>
              <a:t> lorem. Maecenas </a:t>
            </a:r>
            <a:r>
              <a:rPr lang="en-US" err="1"/>
              <a:t>viverra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,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placarat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Sed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lugla</a:t>
            </a:r>
            <a:r>
              <a:rPr lang="en-US"/>
              <a:t>, </a:t>
            </a:r>
            <a:r>
              <a:rPr lang="en-US" err="1"/>
              <a:t>phaetra</a:t>
            </a:r>
            <a:r>
              <a:rPr lang="en-US"/>
              <a:t> ac </a:t>
            </a:r>
            <a:r>
              <a:rPr lang="en-US" err="1"/>
              <a:t>tortor</a:t>
            </a:r>
            <a:r>
              <a:rPr lang="en-US"/>
              <a:t>.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809BECD-E88D-6547-8F17-B43EE062B9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204" y="4772295"/>
            <a:ext cx="10037233" cy="73817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1600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393" indent="0">
              <a:buNone/>
              <a:defRPr sz="2134">
                <a:solidFill>
                  <a:schemeClr val="bg1"/>
                </a:solidFill>
              </a:defRPr>
            </a:lvl2pPr>
            <a:lvl3pPr marL="846592" indent="0">
              <a:buNone/>
              <a:defRPr sz="2134">
                <a:solidFill>
                  <a:schemeClr val="bg1"/>
                </a:solidFill>
              </a:defRPr>
            </a:lvl3pPr>
            <a:lvl4pPr marL="1145014" indent="0">
              <a:buNone/>
              <a:defRPr sz="2134">
                <a:solidFill>
                  <a:schemeClr val="bg1"/>
                </a:solidFill>
              </a:defRPr>
            </a:lvl4pPr>
            <a:lvl5pPr marL="2438182" indent="0">
              <a:buNone/>
              <a:defRPr sz="2134">
                <a:solidFill>
                  <a:schemeClr val="bg1"/>
                </a:solidFill>
              </a:defRPr>
            </a:lvl5pPr>
          </a:lstStyle>
          <a:p>
            <a:r>
              <a:rPr lang="en-US"/>
              <a:t>– NAME GOES HERE</a:t>
            </a:r>
          </a:p>
          <a:p>
            <a:r>
              <a:rPr lang="en-US"/>
              <a:t>	Title goes 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07D70A-BDB6-C448-96FF-EBA7C8FDD630}"/>
              </a:ext>
            </a:extLst>
          </p:cNvPr>
          <p:cNvSpPr/>
          <p:nvPr userDrawn="1"/>
        </p:nvSpPr>
        <p:spPr>
          <a:xfrm>
            <a:off x="11460480" y="4861544"/>
            <a:ext cx="731520" cy="5084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64A3BC-4588-0141-9E0C-0583BCBD26DF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25" name="Picture 2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31874F4-E6F7-4C31-928A-91C29C8A6B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80904" y="6364121"/>
            <a:ext cx="1179576" cy="32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08026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estions/Thank yo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2192" y="3"/>
            <a:ext cx="11567621" cy="6624176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64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636B29-E45E-3344-86C8-EB4250C6DF27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30AD97-393F-4D1D-83C8-F75F66A2EE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48538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_no log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9" y="1800450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5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9" y="836430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>
              <a:buNone/>
              <a:defRPr sz="2667" b="1"/>
            </a:lvl2pPr>
            <a:lvl3pPr marL="1219060" indent="0">
              <a:buNone/>
              <a:defRPr sz="2400" b="1"/>
            </a:lvl3pPr>
            <a:lvl4pPr marL="1828590" indent="0">
              <a:buNone/>
              <a:defRPr sz="2135" b="1"/>
            </a:lvl4pPr>
            <a:lvl5pPr marL="2438122" indent="0">
              <a:buNone/>
              <a:defRPr sz="2135" b="1"/>
            </a:lvl5pPr>
            <a:lvl6pPr marL="3047650" indent="0">
              <a:buNone/>
              <a:defRPr sz="2135" b="1"/>
            </a:lvl6pPr>
            <a:lvl7pPr marL="3657179" indent="0">
              <a:buNone/>
              <a:defRPr sz="2135" b="1"/>
            </a:lvl7pPr>
            <a:lvl8pPr marL="4266708" indent="0">
              <a:buNone/>
              <a:defRPr sz="2135" b="1"/>
            </a:lvl8pPr>
            <a:lvl9pPr marL="4876239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61E85-8EB6-7841-9141-61560607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1D12231-8D53-CA41-859D-48FB78CE12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9" y="6021919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E8CEA8-317D-5841-A5D2-D2063E540E17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44FFA1-32F9-4943-87A0-FE958E30A0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79534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blue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D47FE74-0BF5-364C-9101-1552F245F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1BF5CB6-A830-574D-BEB1-E69B0F47A79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9" y="836430"/>
            <a:ext cx="11368847" cy="6413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>
              <a:buNone/>
              <a:defRPr sz="2667" b="1"/>
            </a:lvl2pPr>
            <a:lvl3pPr marL="1219060" indent="0">
              <a:buNone/>
              <a:defRPr sz="2400" b="1"/>
            </a:lvl3pPr>
            <a:lvl4pPr marL="1828590" indent="0">
              <a:buNone/>
              <a:defRPr sz="2135" b="1"/>
            </a:lvl4pPr>
            <a:lvl5pPr marL="2438122" indent="0">
              <a:buNone/>
              <a:defRPr sz="2135" b="1"/>
            </a:lvl5pPr>
            <a:lvl6pPr marL="3047650" indent="0">
              <a:buNone/>
              <a:defRPr sz="2135" b="1"/>
            </a:lvl6pPr>
            <a:lvl7pPr marL="3657179" indent="0">
              <a:buNone/>
              <a:defRPr sz="2135" b="1"/>
            </a:lvl7pPr>
            <a:lvl8pPr marL="4266708" indent="0">
              <a:buNone/>
              <a:defRPr sz="2135" b="1"/>
            </a:lvl8pPr>
            <a:lvl9pPr marL="4876239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758A1DA-7C58-9941-9702-3A27795C8C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9" y="6021919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0CAC21-747C-A74C-9CFC-51ECE0AD3957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2" name="Picture 1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4F31451-E45F-4EB7-BFD4-CE2B16C4B8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80904" y="6364121"/>
            <a:ext cx="1179576" cy="32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64859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blue backgrou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6259A36-C74D-2B44-A03D-507592E94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6" y="233824"/>
            <a:ext cx="11368847" cy="824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EF71BC-EF75-DD49-A80A-1CF56F92772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9" y="836430"/>
            <a:ext cx="11368847" cy="6413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>
              <a:buNone/>
              <a:defRPr sz="2667" b="1"/>
            </a:lvl2pPr>
            <a:lvl3pPr marL="1219060" indent="0">
              <a:buNone/>
              <a:defRPr sz="2400" b="1"/>
            </a:lvl3pPr>
            <a:lvl4pPr marL="1828590" indent="0">
              <a:buNone/>
              <a:defRPr sz="2135" b="1"/>
            </a:lvl4pPr>
            <a:lvl5pPr marL="2438122" indent="0">
              <a:buNone/>
              <a:defRPr sz="2135" b="1"/>
            </a:lvl5pPr>
            <a:lvl6pPr marL="3047650" indent="0">
              <a:buNone/>
              <a:defRPr sz="2135" b="1"/>
            </a:lvl6pPr>
            <a:lvl7pPr marL="3657179" indent="0">
              <a:buNone/>
              <a:defRPr sz="2135" b="1"/>
            </a:lvl7pPr>
            <a:lvl8pPr marL="4266708" indent="0">
              <a:buNone/>
              <a:defRPr sz="2135" b="1"/>
            </a:lvl8pPr>
            <a:lvl9pPr marL="4876239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A6E8E7-9409-1F4E-9DC4-766EF70818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9" y="6021919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275E5-9B36-064C-BD19-A43595CA7CE3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6" name="Picture 1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4E5593-85DC-4D4F-B3F0-ECBAAB6F9E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80904" y="6364121"/>
            <a:ext cx="1179576" cy="32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4105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_no log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7" y="1800449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7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61E85-8EB6-7841-9141-61560607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1D12231-8D53-CA41-859D-48FB78CE12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E8CEA8-317D-5841-A5D2-D2063E540E17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44FFA1-32F9-4943-87A0-FE958E30A0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78180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blue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D47FE74-0BF5-364C-9101-1552F245F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1BF5CB6-A830-574D-BEB1-E69B0F47A79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7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758A1DA-7C58-9941-9702-3A27795C8C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0CAC21-747C-A74C-9CFC-51ECE0AD3957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2" name="Picture 1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4F31451-E45F-4EB7-BFD4-CE2B16C4B8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80904" y="6364121"/>
            <a:ext cx="1179576" cy="32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39133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blue backgrou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6259A36-C74D-2B44-A03D-507592E94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5" y="233824"/>
            <a:ext cx="11368847" cy="824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EF71BC-EF75-DD49-A80A-1CF56F92772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7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A6E8E7-9409-1F4E-9DC4-766EF70818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275E5-9B36-064C-BD19-A43595CA7CE3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6" name="Picture 1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4E5593-85DC-4D4F-B3F0-ECBAAB6F9E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80904" y="6364121"/>
            <a:ext cx="1179576" cy="32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922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4283969-5420-6C40-8DCB-D5989E0DD9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75670" y="2567520"/>
            <a:ext cx="3640667" cy="9990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CC8E4B8-3F20-DA44-ABE5-85D08E42E6C7}"/>
              </a:ext>
            </a:extLst>
          </p:cNvPr>
          <p:cNvSpPr/>
          <p:nvPr userDrawn="1"/>
        </p:nvSpPr>
        <p:spPr>
          <a:xfrm>
            <a:off x="4275670" y="3912183"/>
            <a:ext cx="3640667" cy="1039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72A761-FA98-694A-A260-F048853BF211}"/>
              </a:ext>
            </a:extLst>
          </p:cNvPr>
          <p:cNvSpPr/>
          <p:nvPr userDrawn="1"/>
        </p:nvSpPr>
        <p:spPr>
          <a:xfrm>
            <a:off x="243843" y="6249121"/>
            <a:ext cx="11717867" cy="400110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r>
              <a:rPr lang="en-US" sz="1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© 2022 Definity Insurance Company. Intellectual property belongs to Definity Insurance Company and/or its affiliates. Definity or Definity Insurance includes the following companies: </a:t>
            </a:r>
          </a:p>
          <a:p>
            <a:pPr algn="ctr"/>
            <a:r>
              <a:rPr lang="en-US" sz="1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Definity Insurance Company, Petline Insurance Company, Sonnet Insurance Company and Family Insurance Solutions Inc.  </a:t>
            </a:r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051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4283969-5420-6C40-8DCB-D5989E0DD9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75670" y="2567520"/>
            <a:ext cx="3640667" cy="9990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D68AAC-D8AD-8E43-A2D6-6D3EEBCFD439}"/>
              </a:ext>
            </a:extLst>
          </p:cNvPr>
          <p:cNvSpPr/>
          <p:nvPr userDrawn="1"/>
        </p:nvSpPr>
        <p:spPr>
          <a:xfrm>
            <a:off x="4275670" y="3912183"/>
            <a:ext cx="3640667" cy="1039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6B56CA-2349-9E4C-AC50-A1A77C811CF7}"/>
              </a:ext>
            </a:extLst>
          </p:cNvPr>
          <p:cNvSpPr/>
          <p:nvPr userDrawn="1"/>
        </p:nvSpPr>
        <p:spPr>
          <a:xfrm>
            <a:off x="243843" y="6249121"/>
            <a:ext cx="11717867" cy="400110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r>
              <a:rPr lang="en-US" sz="1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© 2022 Definity Insurance Company. Intellectual property belongs to Definity Insurance Company and/or its affiliates. Definity or Definity Insurance includes the following companies: </a:t>
            </a:r>
          </a:p>
          <a:p>
            <a:pPr algn="ctr"/>
            <a:r>
              <a:rPr lang="en-US" sz="1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Definity Insurance Company, Petline Insurance Company, Sonnet Insurance Company and Family Insurance Solutions Inc.  </a:t>
            </a:r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896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3ACCA-F839-4AB8-A1A8-BFCFA6049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3305"/>
            <a:ext cx="9144000" cy="184665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E4F735-645A-43B0-846E-DE4B78FCE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F2816-318C-4482-A41F-182AB626F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BEF56-FBC3-40A1-9DDE-FF3D1740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88AEC-5713-4266-B7DB-0D7B7BC79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56496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SE THIS O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9" y="836434"/>
            <a:ext cx="11261931" cy="56524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 dirty="0">
                <a:solidFill>
                  <a:srgbClr val="003358"/>
                </a:solidFill>
                <a:latin typeface="Arial" panose="020B0604020202020204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9E675885-A4C6-D54E-BE73-CE97C7B16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6" y="395287"/>
            <a:ext cx="11261934" cy="441147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kumimoji="0" lang="en-US" sz="2800" u="none" strike="noStrike" spc="0" normalizeH="0" dirty="0">
                <a:ln>
                  <a:noFill/>
                </a:ln>
                <a:solidFill>
                  <a:srgbClr val="007DB3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88D8F3-15E1-274E-8517-6A3D625D7213}"/>
              </a:ext>
            </a:extLst>
          </p:cNvPr>
          <p:cNvSpPr txBox="1"/>
          <p:nvPr userDrawn="1"/>
        </p:nvSpPr>
        <p:spPr>
          <a:xfrm>
            <a:off x="11008247" y="1"/>
            <a:ext cx="11837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sz="800">
                <a:solidFill>
                  <a:schemeClr val="tx2"/>
                </a:solidFill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795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7" y="1800449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7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9E675885-A4C6-D54E-BE73-CE97C7B1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EBCAC59-8339-0B4C-A751-69CCB78EC8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45B1E9-155A-5B46-8B20-21551664F4B4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A7A164A-90D2-4C71-A348-EC629DEFCE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4325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_M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64" y="4132100"/>
            <a:ext cx="11170072" cy="11748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0964" y="1254799"/>
            <a:ext cx="11170072" cy="28772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F536E9C-3298-444F-9CD3-C7887F4881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4" y="515772"/>
            <a:ext cx="1645636" cy="4515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187A82-276C-5C42-A57D-AB76390758EE}"/>
              </a:ext>
            </a:extLst>
          </p:cNvPr>
          <p:cNvSpPr/>
          <p:nvPr userDrawn="1"/>
        </p:nvSpPr>
        <p:spPr>
          <a:xfrm>
            <a:off x="665174" y="1141463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8BC8AC-B5E6-6649-8047-ED45AE5B307A}"/>
              </a:ext>
            </a:extLst>
          </p:cNvPr>
          <p:cNvSpPr/>
          <p:nvPr userDrawn="1"/>
        </p:nvSpPr>
        <p:spPr>
          <a:xfrm>
            <a:off x="10300138" y="5588152"/>
            <a:ext cx="1891863" cy="1269849"/>
          </a:xfrm>
          <a:prstGeom prst="rect">
            <a:avLst/>
          </a:prstGeom>
          <a:solidFill>
            <a:schemeClr val="accent2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F2559-5D77-CA42-84F8-F4A65B9FB159}"/>
              </a:ext>
            </a:extLst>
          </p:cNvPr>
          <p:cNvSpPr/>
          <p:nvPr userDrawn="1"/>
        </p:nvSpPr>
        <p:spPr>
          <a:xfrm>
            <a:off x="11681037" y="5306929"/>
            <a:ext cx="510964" cy="592545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BB8661-75D0-BF4F-B66A-3B41BE63B748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705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_D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3BE44429-E125-FD48-B307-C8F635B52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964" y="4132100"/>
            <a:ext cx="11170072" cy="17031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F099FA-C3C5-5747-87DC-6B9F04B452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254799"/>
            <a:ext cx="11170072" cy="28772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7" name="Picture 1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CC94E5-6F89-0A40-95FE-5CAF9D7C06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4" y="515772"/>
            <a:ext cx="1645636" cy="45159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8E38DC-713C-E54E-BAEA-DF304D022F53}"/>
              </a:ext>
            </a:extLst>
          </p:cNvPr>
          <p:cNvSpPr/>
          <p:nvPr userDrawn="1"/>
        </p:nvSpPr>
        <p:spPr>
          <a:xfrm>
            <a:off x="665174" y="1141463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99DD17-3F60-F44E-8CC2-A7B6112A776B}"/>
              </a:ext>
            </a:extLst>
          </p:cNvPr>
          <p:cNvSpPr/>
          <p:nvPr userDrawn="1"/>
        </p:nvSpPr>
        <p:spPr>
          <a:xfrm>
            <a:off x="10300138" y="5588152"/>
            <a:ext cx="1891863" cy="1269849"/>
          </a:xfrm>
          <a:prstGeom prst="rect">
            <a:avLst/>
          </a:prstGeom>
          <a:solidFill>
            <a:schemeClr val="accent1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F5E3CF-0A09-244E-97B2-2CC04B5E05BA}"/>
              </a:ext>
            </a:extLst>
          </p:cNvPr>
          <p:cNvSpPr/>
          <p:nvPr userDrawn="1"/>
        </p:nvSpPr>
        <p:spPr>
          <a:xfrm>
            <a:off x="11681037" y="5306929"/>
            <a:ext cx="510964" cy="592545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FBAC82-E6AB-FA44-A043-41C8D0349E6B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79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- no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1D6D8D54-1243-9E40-AD27-8A6A9C29B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00" y="4538547"/>
            <a:ext cx="8839200" cy="6430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852B2AA-608D-444B-8C06-31AA4AAD24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733552"/>
            <a:ext cx="9280736" cy="2588960"/>
          </a:xfrm>
          <a:prstGeom prst="rect">
            <a:avLst/>
          </a:prstGeom>
          <a:solidFill>
            <a:schemeClr val="accent1"/>
          </a:solidFill>
        </p:spPr>
        <p:txBody>
          <a:bodyPr lIns="457200" anchor="ctr">
            <a:noAutofit/>
          </a:bodyPr>
          <a:lstStyle>
            <a:lvl1pPr algn="l">
              <a:lnSpc>
                <a:spcPct val="80000"/>
              </a:lnSpc>
              <a:defRPr sz="5333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05EE06-F696-3942-8E0F-353CA77A97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0537DE-361B-432B-BCEC-8BCFC8C502C0}"/>
              </a:ext>
            </a:extLst>
          </p:cNvPr>
          <p:cNvSpPr txBox="1"/>
          <p:nvPr userDrawn="1"/>
        </p:nvSpPr>
        <p:spPr>
          <a:xfrm>
            <a:off x="10991273" y="0"/>
            <a:ext cx="1200727" cy="203200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42016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3" y="1800447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3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BA2D06-52C7-AA4D-A409-4E02CF2E3C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9E675885-A4C6-D54E-BE73-CE97C7B1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EBCAC59-8339-0B4C-A751-69CCB78EC8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1608463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4" y="1814624"/>
            <a:ext cx="11368845" cy="4206947"/>
          </a:xfrm>
          <a:prstGeom prst="rect">
            <a:avLst/>
          </a:prstGeom>
        </p:spPr>
        <p:txBody>
          <a:bodyPr>
            <a:normAutofit/>
          </a:bodyPr>
          <a:lstStyle>
            <a:lvl1pPr marL="232828" indent="-232828">
              <a:spcBef>
                <a:spcPts val="41"/>
              </a:spcBef>
              <a:buClr>
                <a:srgbClr val="007DB3"/>
              </a:buClr>
              <a:buFont typeface="Arial" panose="020B0604020202020204" pitchFamily="34" charset="0"/>
              <a:buChar char="•"/>
              <a:tabLst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11702" indent="-230712">
              <a:spcBef>
                <a:spcPts val="41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133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7205" indent="-232828">
              <a:spcBef>
                <a:spcPts val="41"/>
              </a:spcBef>
              <a:buFont typeface="Arial" panose="020B0604020202020204" pitchFamily="34" charset="0"/>
              <a:buChar char="•"/>
              <a:tabLst/>
              <a:defRPr sz="2133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indent="-609585">
              <a:spcBef>
                <a:spcPts val="41"/>
              </a:spcBef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609585">
              <a:spcBef>
                <a:spcPts val="41"/>
              </a:spcBef>
              <a:defRPr sz="240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E0200FB-8662-FB42-8B76-7A6BBD6CBBC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CA13BB-83C7-F24A-BDEA-A8D0C583F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D296A31-A7F7-D84E-B2E6-9E920F91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B0C24-5E7B-0B43-A5E4-B22F6A4BA5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BAD749-16FD-40C6-8130-2810ED9DFB0F}"/>
              </a:ext>
            </a:extLst>
          </p:cNvPr>
          <p:cNvSpPr txBox="1"/>
          <p:nvPr userDrawn="1"/>
        </p:nvSpPr>
        <p:spPr>
          <a:xfrm>
            <a:off x="10991273" y="0"/>
            <a:ext cx="1200727" cy="203200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229349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eft content with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510964" y="1814624"/>
            <a:ext cx="5386917" cy="42009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0"/>
          <p:cNvSpPr>
            <a:spLocks noGrp="1"/>
          </p:cNvSpPr>
          <p:nvPr>
            <p:ph type="pic" sz="quarter" idx="12"/>
          </p:nvPr>
        </p:nvSpPr>
        <p:spPr>
          <a:xfrm>
            <a:off x="6510867" y="1820592"/>
            <a:ext cx="536894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3F0855D-D27E-D044-9507-0386DFB277A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5D503F-226A-E046-85A4-0B7066EB70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2570FEE-E9EA-444C-9557-98BDCCA4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B9DCEF9-A06A-6546-B194-1033E64EA2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A39E58-D3B6-43D3-9B14-AD15DD6A91B3}"/>
              </a:ext>
            </a:extLst>
          </p:cNvPr>
          <p:cNvSpPr txBox="1"/>
          <p:nvPr userDrawn="1"/>
        </p:nvSpPr>
        <p:spPr>
          <a:xfrm>
            <a:off x="10991273" y="0"/>
            <a:ext cx="1200727" cy="203200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9771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eft content with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2"/>
          <p:cNvSpPr>
            <a:spLocks noGrp="1"/>
          </p:cNvSpPr>
          <p:nvPr>
            <p:ph type="chart" sz="quarter" idx="13"/>
          </p:nvPr>
        </p:nvSpPr>
        <p:spPr>
          <a:xfrm>
            <a:off x="6510867" y="1814624"/>
            <a:ext cx="5386917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343F201-1A36-A846-B8E1-9BDB2456AB9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D33AAB0-4379-6548-B197-7B4EE7A4E1A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0964" y="1814624"/>
            <a:ext cx="5386917" cy="42009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DF6584-46FC-E844-9A19-EB5D77C708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B4BA434-82F6-CA4D-A903-D2A7F4D1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9A73125-8B3B-884E-B775-5CCB4F8AA0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792DB5-EC7D-024A-81C4-7AEDC40E18D1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0437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ble Placeholder 2"/>
          <p:cNvSpPr>
            <a:spLocks noGrp="1"/>
          </p:cNvSpPr>
          <p:nvPr>
            <p:ph type="tbl" sz="quarter" idx="11"/>
          </p:nvPr>
        </p:nvSpPr>
        <p:spPr>
          <a:xfrm>
            <a:off x="674145" y="1814624"/>
            <a:ext cx="1090108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E92BF83-4408-3544-9CE2-F49CC1E3C39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AB2067-0E17-6145-A49C-41F7D4BA69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764A3-2202-3E4B-915A-C8744FD58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FA519D7-9E24-3746-AE1B-E258D1DF60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F9473A-B297-DD66-09DB-927BBC9753F0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981494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uote_no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73D82D-49C0-9248-AC68-5DD5FFEC5F89}"/>
              </a:ext>
            </a:extLst>
          </p:cNvPr>
          <p:cNvSpPr/>
          <p:nvPr userDrawn="1"/>
        </p:nvSpPr>
        <p:spPr>
          <a:xfrm>
            <a:off x="0" y="1693250"/>
            <a:ext cx="2129536" cy="13953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Shape, icon&#10;&#10;Description automatically generated">
            <a:extLst>
              <a:ext uri="{FF2B5EF4-FFF2-40B4-BE49-F238E27FC236}">
                <a16:creationId xmlns:a16="http://schemas.microsoft.com/office/drawing/2014/main" id="{7D12A783-6C63-A94B-9BB2-5546CA8B74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8245" y="1296175"/>
            <a:ext cx="1342475" cy="1032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D7C50F-E073-FB46-8CD2-D273CE1B39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201" y="2555760"/>
            <a:ext cx="10037233" cy="1869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422" indent="0">
              <a:buNone/>
              <a:defRPr sz="2133">
                <a:solidFill>
                  <a:schemeClr val="bg1"/>
                </a:solidFill>
              </a:defRPr>
            </a:lvl2pPr>
            <a:lvl3pPr marL="846646" indent="0">
              <a:buNone/>
              <a:defRPr sz="2133">
                <a:solidFill>
                  <a:schemeClr val="bg1"/>
                </a:solidFill>
              </a:defRPr>
            </a:lvl3pPr>
            <a:lvl4pPr marL="1145087" indent="0">
              <a:buNone/>
              <a:defRPr sz="2133">
                <a:solidFill>
                  <a:schemeClr val="bg1"/>
                </a:solidFill>
              </a:defRPr>
            </a:lvl4pPr>
            <a:lvl5pPr marL="2438339" indent="0">
              <a:buNone/>
              <a:defRPr sz="2133">
                <a:solidFill>
                  <a:schemeClr val="bg1"/>
                </a:solidFill>
              </a:defRPr>
            </a:lvl5pPr>
          </a:lstStyle>
          <a:p>
            <a:r>
              <a:rPr lang="en-US"/>
              <a:t>Quote goes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dapibus</a:t>
            </a:r>
            <a:r>
              <a:rPr lang="en-US"/>
              <a:t>,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Bibendum </a:t>
            </a:r>
            <a:r>
              <a:rPr lang="en-US" err="1"/>
              <a:t>luctus</a:t>
            </a:r>
            <a:r>
              <a:rPr lang="en-US"/>
              <a:t>,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, in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. Sed et </a:t>
            </a:r>
            <a:r>
              <a:rPr lang="en-US" err="1"/>
              <a:t>malesuada</a:t>
            </a:r>
            <a:r>
              <a:rPr lang="en-US"/>
              <a:t> lorem. Maecenas </a:t>
            </a:r>
            <a:r>
              <a:rPr lang="en-US" err="1"/>
              <a:t>viverra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,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placarat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Sed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lugla</a:t>
            </a:r>
            <a:r>
              <a:rPr lang="en-US"/>
              <a:t>, </a:t>
            </a:r>
            <a:r>
              <a:rPr lang="en-US" err="1"/>
              <a:t>phaetra</a:t>
            </a:r>
            <a:r>
              <a:rPr lang="en-US"/>
              <a:t> ac </a:t>
            </a:r>
            <a:r>
              <a:rPr lang="en-US" err="1"/>
              <a:t>tortor</a:t>
            </a:r>
            <a:r>
              <a:rPr lang="en-US"/>
              <a:t>.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809BECD-E88D-6547-8F17-B43EE062B9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201" y="4772295"/>
            <a:ext cx="10037233" cy="73817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1600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422" indent="0">
              <a:buNone/>
              <a:defRPr sz="2133">
                <a:solidFill>
                  <a:schemeClr val="bg1"/>
                </a:solidFill>
              </a:defRPr>
            </a:lvl2pPr>
            <a:lvl3pPr marL="846646" indent="0">
              <a:buNone/>
              <a:defRPr sz="2133">
                <a:solidFill>
                  <a:schemeClr val="bg1"/>
                </a:solidFill>
              </a:defRPr>
            </a:lvl3pPr>
            <a:lvl4pPr marL="1145087" indent="0">
              <a:buNone/>
              <a:defRPr sz="2133">
                <a:solidFill>
                  <a:schemeClr val="bg1"/>
                </a:solidFill>
              </a:defRPr>
            </a:lvl4pPr>
            <a:lvl5pPr marL="2438339" indent="0">
              <a:buNone/>
              <a:defRPr sz="2133">
                <a:solidFill>
                  <a:schemeClr val="bg1"/>
                </a:solidFill>
              </a:defRPr>
            </a:lvl5pPr>
          </a:lstStyle>
          <a:p>
            <a:r>
              <a:rPr lang="en-US"/>
              <a:t>– NAME GOES HERE</a:t>
            </a:r>
          </a:p>
          <a:p>
            <a:r>
              <a:rPr lang="en-US"/>
              <a:t>	Title goes 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07D70A-BDB6-C448-96FF-EBA7C8FDD630}"/>
              </a:ext>
            </a:extLst>
          </p:cNvPr>
          <p:cNvSpPr/>
          <p:nvPr userDrawn="1"/>
        </p:nvSpPr>
        <p:spPr>
          <a:xfrm>
            <a:off x="11460480" y="4861545"/>
            <a:ext cx="731520" cy="5084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4AB0BB-99A4-C941-8ED3-909603A003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67541" y="6236624"/>
            <a:ext cx="1412271" cy="3875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161A48-D93E-AD48-ACBF-8E3509730930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022123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Questions/Thank yo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2190" y="0"/>
            <a:ext cx="11567621" cy="6624176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64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649F6A-65AB-7D46-9B77-891CAA6221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7075CE-4AA8-2549-A300-6D36E285BCD8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79350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no log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3" y="1800447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3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61E85-8EB6-7841-9141-61560607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1D12231-8D53-CA41-859D-48FB78CE12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6DC5DB-3118-2344-B34B-02E7ABBBE6B8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10172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blue backgrou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2F3CD0-32A1-804E-A2D3-210F2FD775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1" y="6236624"/>
            <a:ext cx="1412271" cy="38755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6259A36-C74D-2B44-A03D-507592E94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2" y="233824"/>
            <a:ext cx="11368847" cy="824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EF71BC-EF75-DD49-A80A-1CF56F92772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A6E8E7-9409-1F4E-9DC4-766EF70818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ADE4A3-FA59-604A-8AF8-61903D5FCF5E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90311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4283969-5420-6C40-8DCB-D5989E0DD9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75667" y="2567517"/>
            <a:ext cx="3640667" cy="9990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CC8E4B8-3F20-DA44-ABE5-85D08E42E6C7}"/>
              </a:ext>
            </a:extLst>
          </p:cNvPr>
          <p:cNvSpPr/>
          <p:nvPr userDrawn="1"/>
        </p:nvSpPr>
        <p:spPr>
          <a:xfrm>
            <a:off x="4275667" y="3912180"/>
            <a:ext cx="3640667" cy="1039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92558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4283969-5420-6C40-8DCB-D5989E0DD9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75667" y="2567517"/>
            <a:ext cx="3640667" cy="9990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D68AAC-D8AD-8E43-A2D6-6D3EEBCFD439}"/>
              </a:ext>
            </a:extLst>
          </p:cNvPr>
          <p:cNvSpPr/>
          <p:nvPr userDrawn="1"/>
        </p:nvSpPr>
        <p:spPr>
          <a:xfrm>
            <a:off x="4275667" y="3912180"/>
            <a:ext cx="3640667" cy="1039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27787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M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64" y="4132100"/>
            <a:ext cx="11170072" cy="11748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0964" y="1254799"/>
            <a:ext cx="11170072" cy="28772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F536E9C-3298-444F-9CD3-C7887F4881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4" y="515772"/>
            <a:ext cx="1645636" cy="4515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187A82-276C-5C42-A57D-AB76390758EE}"/>
              </a:ext>
            </a:extLst>
          </p:cNvPr>
          <p:cNvSpPr/>
          <p:nvPr userDrawn="1"/>
        </p:nvSpPr>
        <p:spPr>
          <a:xfrm>
            <a:off x="665174" y="1141463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8BC8AC-B5E6-6649-8047-ED45AE5B307A}"/>
              </a:ext>
            </a:extLst>
          </p:cNvPr>
          <p:cNvSpPr/>
          <p:nvPr userDrawn="1"/>
        </p:nvSpPr>
        <p:spPr>
          <a:xfrm>
            <a:off x="10300138" y="5588152"/>
            <a:ext cx="1891863" cy="1269849"/>
          </a:xfrm>
          <a:prstGeom prst="rect">
            <a:avLst/>
          </a:prstGeom>
          <a:solidFill>
            <a:schemeClr val="accent2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F2559-5D77-CA42-84F8-F4A65B9FB159}"/>
              </a:ext>
            </a:extLst>
          </p:cNvPr>
          <p:cNvSpPr/>
          <p:nvPr userDrawn="1"/>
        </p:nvSpPr>
        <p:spPr>
          <a:xfrm>
            <a:off x="11681037" y="5306929"/>
            <a:ext cx="510964" cy="592545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BB8661-75D0-BF4F-B66A-3B41BE63B748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49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3BE44429-E125-FD48-B307-C8F635B52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964" y="4132100"/>
            <a:ext cx="11170072" cy="17031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F099FA-C3C5-5747-87DC-6B9F04B452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254799"/>
            <a:ext cx="11170072" cy="28772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7" name="Picture 1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CC94E5-6F89-0A40-95FE-5CAF9D7C06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4" y="515772"/>
            <a:ext cx="1645636" cy="45159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8E38DC-713C-E54E-BAEA-DF304D022F53}"/>
              </a:ext>
            </a:extLst>
          </p:cNvPr>
          <p:cNvSpPr/>
          <p:nvPr userDrawn="1"/>
        </p:nvSpPr>
        <p:spPr>
          <a:xfrm>
            <a:off x="665174" y="1141463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99DD17-3F60-F44E-8CC2-A7B6112A776B}"/>
              </a:ext>
            </a:extLst>
          </p:cNvPr>
          <p:cNvSpPr/>
          <p:nvPr userDrawn="1"/>
        </p:nvSpPr>
        <p:spPr>
          <a:xfrm>
            <a:off x="10300138" y="5588152"/>
            <a:ext cx="1891863" cy="1269849"/>
          </a:xfrm>
          <a:prstGeom prst="rect">
            <a:avLst/>
          </a:prstGeom>
          <a:solidFill>
            <a:schemeClr val="accent1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F5E3CF-0A09-244E-97B2-2CC04B5E05BA}"/>
              </a:ext>
            </a:extLst>
          </p:cNvPr>
          <p:cNvSpPr/>
          <p:nvPr userDrawn="1"/>
        </p:nvSpPr>
        <p:spPr>
          <a:xfrm>
            <a:off x="11681037" y="5306929"/>
            <a:ext cx="510964" cy="592545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FBAC82-E6AB-FA44-A043-41C8D0349E6B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9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</p:bld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no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1D6D8D54-1243-9E40-AD27-8A6A9C29B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00" y="4538547"/>
            <a:ext cx="8839200" cy="6430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852B2AA-608D-444B-8C06-31AA4AAD24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733552"/>
            <a:ext cx="9280736" cy="2588960"/>
          </a:xfrm>
          <a:prstGeom prst="rect">
            <a:avLst/>
          </a:prstGeom>
          <a:solidFill>
            <a:schemeClr val="accent1"/>
          </a:solidFill>
        </p:spPr>
        <p:txBody>
          <a:bodyPr lIns="457200" anchor="ctr">
            <a:noAutofit/>
          </a:bodyPr>
          <a:lstStyle>
            <a:lvl1pPr algn="l">
              <a:lnSpc>
                <a:spcPct val="80000"/>
              </a:lnSpc>
              <a:defRPr sz="5333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05EE06-F696-3942-8E0F-353CA77A97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0537DE-361B-432B-BCEC-8BCFC8C502C0}"/>
              </a:ext>
            </a:extLst>
          </p:cNvPr>
          <p:cNvSpPr txBox="1"/>
          <p:nvPr userDrawn="1"/>
        </p:nvSpPr>
        <p:spPr>
          <a:xfrm>
            <a:off x="10991273" y="0"/>
            <a:ext cx="1200727" cy="203200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79358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3" y="1800447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3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BA2D06-52C7-AA4D-A409-4E02CF2E3C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9E675885-A4C6-D54E-BE73-CE97C7B1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EBCAC59-8339-0B4C-A751-69CCB78EC8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45B1E9-155A-5B46-8B20-21551664F4B4}"/>
              </a:ext>
            </a:extLst>
          </p:cNvPr>
          <p:cNvSpPr txBox="1"/>
          <p:nvPr userDrawn="1"/>
        </p:nvSpPr>
        <p:spPr>
          <a:xfrm>
            <a:off x="10991273" y="0"/>
            <a:ext cx="1200727" cy="203200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380035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4" y="1814624"/>
            <a:ext cx="11368845" cy="4206947"/>
          </a:xfrm>
          <a:prstGeom prst="rect">
            <a:avLst/>
          </a:prstGeom>
        </p:spPr>
        <p:txBody>
          <a:bodyPr>
            <a:normAutofit/>
          </a:bodyPr>
          <a:lstStyle>
            <a:lvl1pPr marL="232828" indent="-232828">
              <a:spcBef>
                <a:spcPts val="41"/>
              </a:spcBef>
              <a:buClr>
                <a:srgbClr val="007DB3"/>
              </a:buClr>
              <a:buFont typeface="Arial" panose="020B0604020202020204" pitchFamily="34" charset="0"/>
              <a:buChar char="•"/>
              <a:tabLst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11702" indent="-230712">
              <a:spcBef>
                <a:spcPts val="41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133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7205" indent="-232828">
              <a:spcBef>
                <a:spcPts val="41"/>
              </a:spcBef>
              <a:buFont typeface="Arial" panose="020B0604020202020204" pitchFamily="34" charset="0"/>
              <a:buChar char="•"/>
              <a:tabLst/>
              <a:defRPr sz="2133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indent="-609585">
              <a:spcBef>
                <a:spcPts val="41"/>
              </a:spcBef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609585">
              <a:spcBef>
                <a:spcPts val="41"/>
              </a:spcBef>
              <a:defRPr sz="240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E0200FB-8662-FB42-8B76-7A6BBD6CBBC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CA13BB-83C7-F24A-BDEA-A8D0C583F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D296A31-A7F7-D84E-B2E6-9E920F91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B0C24-5E7B-0B43-A5E4-B22F6A4BA5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BAD749-16FD-40C6-8130-2810ED9DFB0F}"/>
              </a:ext>
            </a:extLst>
          </p:cNvPr>
          <p:cNvSpPr txBox="1"/>
          <p:nvPr userDrawn="1"/>
        </p:nvSpPr>
        <p:spPr>
          <a:xfrm>
            <a:off x="10991273" y="0"/>
            <a:ext cx="1200727" cy="203200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192936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ntent with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510964" y="1814624"/>
            <a:ext cx="5386917" cy="42009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0"/>
          <p:cNvSpPr>
            <a:spLocks noGrp="1"/>
          </p:cNvSpPr>
          <p:nvPr>
            <p:ph type="pic" sz="quarter" idx="12"/>
          </p:nvPr>
        </p:nvSpPr>
        <p:spPr>
          <a:xfrm>
            <a:off x="6510867" y="1820592"/>
            <a:ext cx="536894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3F0855D-D27E-D044-9507-0386DFB277A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5D503F-226A-E046-85A4-0B7066EB70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2570FEE-E9EA-444C-9557-98BDCCA4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B9DCEF9-A06A-6546-B194-1033E64EA2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A39E58-D3B6-43D3-9B14-AD15DD6A91B3}"/>
              </a:ext>
            </a:extLst>
          </p:cNvPr>
          <p:cNvSpPr txBox="1"/>
          <p:nvPr userDrawn="1"/>
        </p:nvSpPr>
        <p:spPr>
          <a:xfrm>
            <a:off x="10991273" y="0"/>
            <a:ext cx="1200727" cy="203200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61210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ntent with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2"/>
          <p:cNvSpPr>
            <a:spLocks noGrp="1"/>
          </p:cNvSpPr>
          <p:nvPr>
            <p:ph type="chart" sz="quarter" idx="13"/>
          </p:nvPr>
        </p:nvSpPr>
        <p:spPr>
          <a:xfrm>
            <a:off x="6510867" y="1814624"/>
            <a:ext cx="5386917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343F201-1A36-A846-B8E1-9BDB2456AB9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D33AAB0-4379-6548-B197-7B4EE7A4E1A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0964" y="1814624"/>
            <a:ext cx="5386917" cy="42009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DF6584-46FC-E844-9A19-EB5D77C708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B4BA434-82F6-CA4D-A903-D2A7F4D1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9A73125-8B3B-884E-B775-5CCB4F8AA0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792DB5-EC7D-024A-81C4-7AEDC40E18D1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46405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ble Placeholder 2"/>
          <p:cNvSpPr>
            <a:spLocks noGrp="1"/>
          </p:cNvSpPr>
          <p:nvPr>
            <p:ph type="tbl" sz="quarter" idx="11"/>
          </p:nvPr>
        </p:nvSpPr>
        <p:spPr>
          <a:xfrm>
            <a:off x="674145" y="1814624"/>
            <a:ext cx="1090108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E92BF83-4408-3544-9CE2-F49CC1E3C39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AB2067-0E17-6145-A49C-41F7D4BA69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764A3-2202-3E4B-915A-C8744FD58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FA519D7-9E24-3746-AE1B-E258D1DF60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C6F3C2-F2E3-4CA0-9642-2D3F6022370A}"/>
              </a:ext>
            </a:extLst>
          </p:cNvPr>
          <p:cNvSpPr txBox="1"/>
          <p:nvPr userDrawn="1"/>
        </p:nvSpPr>
        <p:spPr>
          <a:xfrm>
            <a:off x="10991273" y="0"/>
            <a:ext cx="1200727" cy="203200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501751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no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73D82D-49C0-9248-AC68-5DD5FFEC5F89}"/>
              </a:ext>
            </a:extLst>
          </p:cNvPr>
          <p:cNvSpPr/>
          <p:nvPr userDrawn="1"/>
        </p:nvSpPr>
        <p:spPr>
          <a:xfrm>
            <a:off x="0" y="1693250"/>
            <a:ext cx="2129536" cy="13953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Shape, icon&#10;&#10;Description automatically generated">
            <a:extLst>
              <a:ext uri="{FF2B5EF4-FFF2-40B4-BE49-F238E27FC236}">
                <a16:creationId xmlns:a16="http://schemas.microsoft.com/office/drawing/2014/main" id="{7D12A783-6C63-A94B-9BB2-5546CA8B74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8245" y="1296175"/>
            <a:ext cx="1342475" cy="1032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D7C50F-E073-FB46-8CD2-D273CE1B39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201" y="2555760"/>
            <a:ext cx="10037233" cy="1869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422" indent="0">
              <a:buNone/>
              <a:defRPr sz="2133">
                <a:solidFill>
                  <a:schemeClr val="bg1"/>
                </a:solidFill>
              </a:defRPr>
            </a:lvl2pPr>
            <a:lvl3pPr marL="846646" indent="0">
              <a:buNone/>
              <a:defRPr sz="2133">
                <a:solidFill>
                  <a:schemeClr val="bg1"/>
                </a:solidFill>
              </a:defRPr>
            </a:lvl3pPr>
            <a:lvl4pPr marL="1145087" indent="0">
              <a:buNone/>
              <a:defRPr sz="2133">
                <a:solidFill>
                  <a:schemeClr val="bg1"/>
                </a:solidFill>
              </a:defRPr>
            </a:lvl4pPr>
            <a:lvl5pPr marL="2438339" indent="0">
              <a:buNone/>
              <a:defRPr sz="2133">
                <a:solidFill>
                  <a:schemeClr val="bg1"/>
                </a:solidFill>
              </a:defRPr>
            </a:lvl5pPr>
          </a:lstStyle>
          <a:p>
            <a:r>
              <a:rPr lang="en-US"/>
              <a:t>Quote goes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dapibus</a:t>
            </a:r>
            <a:r>
              <a:rPr lang="en-US"/>
              <a:t>,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Bibendum </a:t>
            </a:r>
            <a:r>
              <a:rPr lang="en-US" err="1"/>
              <a:t>luctus</a:t>
            </a:r>
            <a:r>
              <a:rPr lang="en-US"/>
              <a:t>,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, in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. Sed et </a:t>
            </a:r>
            <a:r>
              <a:rPr lang="en-US" err="1"/>
              <a:t>malesuada</a:t>
            </a:r>
            <a:r>
              <a:rPr lang="en-US"/>
              <a:t> lorem. Maecenas </a:t>
            </a:r>
            <a:r>
              <a:rPr lang="en-US" err="1"/>
              <a:t>viverra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,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placarat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Sed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lugla</a:t>
            </a:r>
            <a:r>
              <a:rPr lang="en-US"/>
              <a:t>, </a:t>
            </a:r>
            <a:r>
              <a:rPr lang="en-US" err="1"/>
              <a:t>phaetra</a:t>
            </a:r>
            <a:r>
              <a:rPr lang="en-US"/>
              <a:t> ac </a:t>
            </a:r>
            <a:r>
              <a:rPr lang="en-US" err="1"/>
              <a:t>tortor</a:t>
            </a:r>
            <a:r>
              <a:rPr lang="en-US"/>
              <a:t>.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809BECD-E88D-6547-8F17-B43EE062B9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201" y="4772295"/>
            <a:ext cx="10037233" cy="73817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1600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422" indent="0">
              <a:buNone/>
              <a:defRPr sz="2133">
                <a:solidFill>
                  <a:schemeClr val="bg1"/>
                </a:solidFill>
              </a:defRPr>
            </a:lvl2pPr>
            <a:lvl3pPr marL="846646" indent="0">
              <a:buNone/>
              <a:defRPr sz="2133">
                <a:solidFill>
                  <a:schemeClr val="bg1"/>
                </a:solidFill>
              </a:defRPr>
            </a:lvl3pPr>
            <a:lvl4pPr marL="1145087" indent="0">
              <a:buNone/>
              <a:defRPr sz="2133">
                <a:solidFill>
                  <a:schemeClr val="bg1"/>
                </a:solidFill>
              </a:defRPr>
            </a:lvl4pPr>
            <a:lvl5pPr marL="2438339" indent="0">
              <a:buNone/>
              <a:defRPr sz="2133">
                <a:solidFill>
                  <a:schemeClr val="bg1"/>
                </a:solidFill>
              </a:defRPr>
            </a:lvl5pPr>
          </a:lstStyle>
          <a:p>
            <a:r>
              <a:rPr lang="en-US"/>
              <a:t>– NAME GOES HERE</a:t>
            </a:r>
          </a:p>
          <a:p>
            <a:r>
              <a:rPr lang="en-US"/>
              <a:t>	Title goes 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07D70A-BDB6-C448-96FF-EBA7C8FDD630}"/>
              </a:ext>
            </a:extLst>
          </p:cNvPr>
          <p:cNvSpPr/>
          <p:nvPr userDrawn="1"/>
        </p:nvSpPr>
        <p:spPr>
          <a:xfrm>
            <a:off x="11460480" y="4861545"/>
            <a:ext cx="731520" cy="5084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4AB0BB-99A4-C941-8ED3-909603A003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67541" y="6236624"/>
            <a:ext cx="1412271" cy="3875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161A48-D93E-AD48-ACBF-8E3509730930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69260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/Thank yo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2190" y="0"/>
            <a:ext cx="11567621" cy="6624176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64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649F6A-65AB-7D46-9B77-891CAA6221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7075CE-4AA8-2549-A300-6D36E285BCD8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19756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no log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3" y="1800447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3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61E85-8EB6-7841-9141-61560607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1D12231-8D53-CA41-859D-48FB78CE12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6DC5DB-3118-2344-B34B-02E7ABBBE6B8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43431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blue backgrou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2F3CD0-32A1-804E-A2D3-210F2FD775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1" y="6236624"/>
            <a:ext cx="1412271" cy="38755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6259A36-C74D-2B44-A03D-507592E94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2" y="233824"/>
            <a:ext cx="11368847" cy="824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EF71BC-EF75-DD49-A80A-1CF56F92772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A6E8E7-9409-1F4E-9DC4-766EF70818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ADE4A3-FA59-604A-8AF8-61903D5FCF5E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68033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4283969-5420-6C40-8DCB-D5989E0DD9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75667" y="2567517"/>
            <a:ext cx="3640667" cy="9990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CC8E4B8-3F20-DA44-ABE5-85D08E42E6C7}"/>
              </a:ext>
            </a:extLst>
          </p:cNvPr>
          <p:cNvSpPr/>
          <p:nvPr userDrawn="1"/>
        </p:nvSpPr>
        <p:spPr>
          <a:xfrm>
            <a:off x="4275667" y="3912180"/>
            <a:ext cx="3640667" cy="1039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54350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4283969-5420-6C40-8DCB-D5989E0DD9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75667" y="2567517"/>
            <a:ext cx="3640667" cy="9990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D68AAC-D8AD-8E43-A2D6-6D3EEBCFD439}"/>
              </a:ext>
            </a:extLst>
          </p:cNvPr>
          <p:cNvSpPr/>
          <p:nvPr userDrawn="1"/>
        </p:nvSpPr>
        <p:spPr>
          <a:xfrm>
            <a:off x="4275667" y="3912180"/>
            <a:ext cx="3640667" cy="1039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291211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0CCD87-5CB8-CF2B-696F-A886BD9982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22DF1AC-822C-7E40-1926-1A3214FAEAEC}"/>
              </a:ext>
            </a:extLst>
          </p:cNvPr>
          <p:cNvSpPr txBox="1">
            <a:spLocks/>
          </p:cNvSpPr>
          <p:nvPr userDrawn="1"/>
        </p:nvSpPr>
        <p:spPr>
          <a:xfrm>
            <a:off x="510964" y="1733553"/>
            <a:ext cx="8827001" cy="3200399"/>
          </a:xfrm>
          <a:prstGeom prst="rect">
            <a:avLst/>
          </a:prstGeom>
          <a:solidFill>
            <a:srgbClr val="007DB3">
              <a:alpha val="85000"/>
            </a:srgbClr>
          </a:solidFill>
        </p:spPr>
        <p:txBody>
          <a:bodyPr lIns="609600" tIns="60960" rIns="121920" bIns="6096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000" b="1" i="0" kern="1200" spc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-1191230" algn="l" defTabSz="121917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j-ea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B445D6-6069-292E-593C-BC8B8391E962}"/>
              </a:ext>
            </a:extLst>
          </p:cNvPr>
          <p:cNvSpPr/>
          <p:nvPr userDrawn="1"/>
        </p:nvSpPr>
        <p:spPr>
          <a:xfrm>
            <a:off x="1" y="2308879"/>
            <a:ext cx="742951" cy="1939271"/>
          </a:xfrm>
          <a:prstGeom prst="rect">
            <a:avLst/>
          </a:prstGeom>
          <a:solidFill>
            <a:schemeClr val="accent3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F162C0-87A5-E589-D0C3-E975BFECDA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67541" y="6236624"/>
            <a:ext cx="1412271" cy="387552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5932F27-6F67-246B-D666-E2A0225EBA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2950" y="1733551"/>
            <a:ext cx="8594725" cy="3200399"/>
          </a:xfrm>
          <a:noFill/>
        </p:spPr>
        <p:txBody>
          <a:bodyPr lIns="609600" tIns="60960" rIns="121920" bIns="60960" anchor="ctr">
            <a:noAutofit/>
          </a:bodyPr>
          <a:lstStyle>
            <a:lvl1pPr>
              <a:defRPr lang="en-US" sz="4400" b="1" cap="all" spc="0" smtClean="0">
                <a:solidFill>
                  <a:srgbClr val="FFFFFF"/>
                </a:solidFill>
                <a:latin typeface="Arial"/>
                <a:ea typeface="+mj-ea"/>
                <a:cs typeface="Arial"/>
              </a:defRPr>
            </a:lvl1pPr>
            <a:lvl2pPr>
              <a:defRPr lang="en-US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>
              <a:defRPr lang="en-US" smtClean="0">
                <a:solidFill>
                  <a:schemeClr val="tx1"/>
                </a:solidFill>
                <a:latin typeface="+mn-lt"/>
                <a:cs typeface="+mn-cs"/>
              </a:defRPr>
            </a:lvl3pPr>
            <a:lvl4pPr>
              <a:defRPr lang="en-US" smtClean="0">
                <a:solidFill>
                  <a:schemeClr val="tx1"/>
                </a:solidFill>
                <a:latin typeface="+mn-lt"/>
                <a:cs typeface="+mn-cs"/>
              </a:defRPr>
            </a:lvl4pPr>
            <a:lvl5pPr>
              <a:defRPr lang="en-US">
                <a:solidFill>
                  <a:schemeClr val="tx1"/>
                </a:solidFill>
                <a:latin typeface="+mn-lt"/>
                <a:cs typeface="+mn-cs"/>
              </a:defRPr>
            </a:lvl5pPr>
          </a:lstStyle>
          <a:p>
            <a:pPr marR="0" lvl="0" indent="-1191230" fontAlgn="auto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</a:pPr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0A03A7-3820-934D-8068-AADD9F7E604B}"/>
              </a:ext>
            </a:extLst>
          </p:cNvPr>
          <p:cNvSpPr txBox="1"/>
          <p:nvPr userDrawn="1"/>
        </p:nvSpPr>
        <p:spPr>
          <a:xfrm>
            <a:off x="11008247" y="1"/>
            <a:ext cx="11837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sz="800">
                <a:solidFill>
                  <a:schemeClr val="tx2"/>
                </a:solidFill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86885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7202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4.xml"/><Relationship Id="rId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73.xml"/><Relationship Id="rId16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1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8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40688136-0286-184A-B7B0-1BA882EAD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2" y="237091"/>
            <a:ext cx="11368847" cy="8243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08050D7-13D3-C44B-A29A-C8BE7E78E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962" y="1797997"/>
            <a:ext cx="10842839" cy="4221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80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</p:sldLayoutIdLst>
  <p:hf hdr="0" ftr="0" dt="0"/>
  <p:txStyles>
    <p:titleStyle>
      <a:lvl1pPr algn="l" defTabSz="1219170" rtl="0" eaLnBrk="1" latinLnBrk="0" hangingPunct="1">
        <a:spcBef>
          <a:spcPct val="0"/>
        </a:spcBef>
        <a:buNone/>
        <a:defRPr sz="3733" b="1" i="0" kern="1200" cap="all" baseline="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121917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None/>
        <a:tabLst/>
        <a:defRPr sz="2133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61422" indent="0" algn="l" defTabSz="121917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None/>
        <a:tabLst/>
        <a:defRPr sz="24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46646" indent="0" algn="l" defTabSz="1219170" rtl="0" eaLnBrk="1" latinLnBrk="0" hangingPunct="1">
        <a:spcBef>
          <a:spcPct val="20000"/>
        </a:spcBef>
        <a:buFont typeface="Arial" panose="020B0604020202020204" pitchFamily="34" charset="0"/>
        <a:buNone/>
        <a:tabLst/>
        <a:defRPr sz="24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145087" indent="0" algn="l" defTabSz="1219170" rtl="0" eaLnBrk="1" latinLnBrk="0" hangingPunct="1">
        <a:spcBef>
          <a:spcPct val="20000"/>
        </a:spcBef>
        <a:buFont typeface="Arial" panose="020B0604020202020204" pitchFamily="34" charset="0"/>
        <a:buNone/>
        <a:tabLst/>
        <a:defRPr sz="24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438339" indent="0" algn="l" defTabSz="1219170" rtl="0" eaLnBrk="1" latinLnBrk="0" hangingPunct="1">
        <a:spcBef>
          <a:spcPct val="20000"/>
        </a:spcBef>
        <a:buFont typeface="Arial" panose="020B0604020202020204" pitchFamily="34" charset="0"/>
        <a:buNone/>
        <a:defRPr sz="24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40688136-0286-184A-B7B0-1BA882EAD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2" y="237091"/>
            <a:ext cx="11368847" cy="8243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08050D7-13D3-C44B-A29A-C8BE7E78E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962" y="1797997"/>
            <a:ext cx="10842839" cy="4221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232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</p:sldLayoutIdLst>
  <p:hf hdr="0" ftr="0" dt="0"/>
  <p:txStyles>
    <p:titleStyle>
      <a:lvl1pPr algn="l" defTabSz="1219170" rtl="0" eaLnBrk="1" latinLnBrk="0" hangingPunct="1">
        <a:spcBef>
          <a:spcPct val="0"/>
        </a:spcBef>
        <a:buNone/>
        <a:defRPr sz="3733" b="1" i="0" kern="1200" cap="all" baseline="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121917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None/>
        <a:tabLst/>
        <a:defRPr sz="2133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61422" indent="0" algn="l" defTabSz="121917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None/>
        <a:tabLst/>
        <a:defRPr sz="24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46646" indent="0" algn="l" defTabSz="1219170" rtl="0" eaLnBrk="1" latinLnBrk="0" hangingPunct="1">
        <a:spcBef>
          <a:spcPct val="20000"/>
        </a:spcBef>
        <a:buFont typeface="Arial" panose="020B0604020202020204" pitchFamily="34" charset="0"/>
        <a:buNone/>
        <a:tabLst/>
        <a:defRPr sz="24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145087" indent="0" algn="l" defTabSz="1219170" rtl="0" eaLnBrk="1" latinLnBrk="0" hangingPunct="1">
        <a:spcBef>
          <a:spcPct val="20000"/>
        </a:spcBef>
        <a:buFont typeface="Arial" panose="020B0604020202020204" pitchFamily="34" charset="0"/>
        <a:buNone/>
        <a:tabLst/>
        <a:defRPr sz="24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438339" indent="0" algn="l" defTabSz="1219170" rtl="0" eaLnBrk="1" latinLnBrk="0" hangingPunct="1">
        <a:spcBef>
          <a:spcPct val="20000"/>
        </a:spcBef>
        <a:buFont typeface="Arial" panose="020B0604020202020204" pitchFamily="34" charset="0"/>
        <a:buNone/>
        <a:defRPr sz="24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027E684-F460-149E-66EE-91A0A1579A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E15B54-9F73-A697-58FA-A11F2FE423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8299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83940-9704-8AD4-E963-CE802E8CC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0435718-C0CF-DD53-8241-50741D807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2" y="237091"/>
            <a:ext cx="11985838" cy="82433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866CC2-5D52-F7A2-3D42-17037E87BB1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10962" y="1061427"/>
            <a:ext cx="11368847" cy="1061427"/>
          </a:xfrm>
        </p:spPr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5495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301301-9035-88C3-DDF0-84258D1FDD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2466841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Custom 11">
      <a:dk1>
        <a:srgbClr val="003359"/>
      </a:dk1>
      <a:lt1>
        <a:srgbClr val="FFFFFF"/>
      </a:lt1>
      <a:dk2>
        <a:srgbClr val="373737"/>
      </a:dk2>
      <a:lt2>
        <a:srgbClr val="D8DCDB"/>
      </a:lt2>
      <a:accent1>
        <a:srgbClr val="007DB3"/>
      </a:accent1>
      <a:accent2>
        <a:srgbClr val="003359"/>
      </a:accent2>
      <a:accent3>
        <a:srgbClr val="FF8C11"/>
      </a:accent3>
      <a:accent4>
        <a:srgbClr val="49C7EB"/>
      </a:accent4>
      <a:accent5>
        <a:srgbClr val="006140"/>
      </a:accent5>
      <a:accent6>
        <a:srgbClr val="A00C30"/>
      </a:accent6>
      <a:hlink>
        <a:srgbClr val="007DB3"/>
      </a:hlink>
      <a:folHlink>
        <a:srgbClr val="007DB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o_CleanDeck.pptx" id="{7DE52785-C7B9-4110-A6A7-1ABBEF27B600}" vid="{D9F37E43-A82F-4CA2-B3AF-2E3938B80957}"/>
    </a:ext>
  </a:extLst>
</a:theme>
</file>

<file path=ppt/theme/theme2.xml><?xml version="1.0" encoding="utf-8"?>
<a:theme xmlns:a="http://schemas.openxmlformats.org/drawingml/2006/main" name="Custom Design">
  <a:themeElements>
    <a:clrScheme name="Custom 11">
      <a:dk1>
        <a:srgbClr val="003359"/>
      </a:dk1>
      <a:lt1>
        <a:srgbClr val="FFFFFF"/>
      </a:lt1>
      <a:dk2>
        <a:srgbClr val="373737"/>
      </a:dk2>
      <a:lt2>
        <a:srgbClr val="D8DCDB"/>
      </a:lt2>
      <a:accent1>
        <a:srgbClr val="007DB3"/>
      </a:accent1>
      <a:accent2>
        <a:srgbClr val="003359"/>
      </a:accent2>
      <a:accent3>
        <a:srgbClr val="FF8C11"/>
      </a:accent3>
      <a:accent4>
        <a:srgbClr val="49C7EB"/>
      </a:accent4>
      <a:accent5>
        <a:srgbClr val="006140"/>
      </a:accent5>
      <a:accent6>
        <a:srgbClr val="A00C30"/>
      </a:accent6>
      <a:hlink>
        <a:srgbClr val="007DB3"/>
      </a:hlink>
      <a:folHlink>
        <a:srgbClr val="007DB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o_CleanDeck.pptx" id="{7DE52785-C7B9-4110-A6A7-1ABBEF27B600}" vid="{8FE8AF9C-05D2-4957-9DA2-2BC69500A53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D91EC1D9C47747B95C8DE029D3DF57" ma:contentTypeVersion="3" ma:contentTypeDescription="Create a new document." ma:contentTypeScope="" ma:versionID="dc7f9084e40ad41e57b4b41b4ed0fd4c">
  <xsd:schema xmlns:xsd="http://www.w3.org/2001/XMLSchema" xmlns:xs="http://www.w3.org/2001/XMLSchema" xmlns:p="http://schemas.microsoft.com/office/2006/metadata/properties" xmlns:ns2="b189ed59-ffa9-46cb-be7c-81a64a2427b7" targetNamespace="http://schemas.microsoft.com/office/2006/metadata/properties" ma:root="true" ma:fieldsID="324a1f71500e3fa9ae3ffde60cfc9257" ns2:_="">
    <xsd:import namespace="b189ed59-ffa9-46cb-be7c-81a64a2427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89ed59-ffa9-46cb-be7c-81a64a2427b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8ECC190-A101-441D-B6DE-671CDCB111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89ed59-ffa9-46cb-be7c-81a64a2427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38E1BA6-04EC-4390-8B2A-8C18C9FB1B81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microsoft.com/office/2006/metadata/properties"/>
    <ds:schemaRef ds:uri="http://purl.org/dc/elements/1.1/"/>
    <ds:schemaRef ds:uri="b189ed59-ffa9-46cb-be7c-81a64a2427b7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1DB20E3-3C49-41AF-AEFC-B08E666B396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cc05aab-6283-406f-8421-8fb05065eb76}" enabled="1" method="Standard" siteId="{6f8518e1-bbdc-41ae-a82c-024046d586d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2612</TotalTime>
  <Words>222</Words>
  <Application>Microsoft Office PowerPoint</Application>
  <PresentationFormat>Widescreen</PresentationFormat>
  <Paragraphs>20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1_Custom Design</vt:lpstr>
      <vt:lpstr>Custom Design</vt:lpstr>
      <vt:lpstr>PowerPoint Presentation</vt:lpstr>
      <vt:lpstr>PowerPoint Presentation</vt:lpstr>
      <vt:lpstr>PowerPoint Presentation</vt:lpstr>
    </vt:vector>
  </TitlesOfParts>
  <Company>Definity Financial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Mitch Kurylowicz(v)</dc:creator>
  <cp:lastModifiedBy>David Arthurs</cp:lastModifiedBy>
  <cp:revision>3</cp:revision>
  <dcterms:created xsi:type="dcterms:W3CDTF">2026-01-27T16:51:13Z</dcterms:created>
  <dcterms:modified xsi:type="dcterms:W3CDTF">2026-01-29T13:14:10Z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0x01010035D91EC1D9C47747B95C8DE029D3DF57</vt:lpwstr>
  </property>
</Properties>
</file>